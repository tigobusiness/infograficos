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147482620" r:id="rId2"/>
    <p:sldId id="2147482623" r:id="rId3"/>
    <p:sldId id="2147482644" r:id="rId4"/>
    <p:sldId id="2147482645" r:id="rId5"/>
    <p:sldId id="2147482646" r:id="rId6"/>
    <p:sldId id="2147482647" r:id="rId7"/>
    <p:sldId id="2147482640" r:id="rId8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EB4"/>
    <a:srgbClr val="001AAA"/>
    <a:srgbClr val="44C8F5"/>
    <a:srgbClr val="00C8FF"/>
    <a:srgbClr val="0037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19391-172B-46CD-921D-8938468C984E}" v="71" dt="2026-10-01T20:42:31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76" autoAdjust="0"/>
    <p:restoredTop sz="94679"/>
  </p:normalViewPr>
  <p:slideViewPr>
    <p:cSldViewPr snapToGrid="0">
      <p:cViewPr varScale="1">
        <p:scale>
          <a:sx n="59" d="100"/>
          <a:sy n="59" d="100"/>
        </p:scale>
        <p:origin x="83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276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vadeneira Andrade Marco Antonio" userId="6724e0b9-e3c0-432e-bbaf-b6a69903daaa" providerId="ADAL" clId="{1DDBE07F-40BC-4655-B65C-C0D59D2485AA}"/>
    <pc:docChg chg="undo custSel addSld delSld modSld sldOrd">
      <pc:chgData name="Rivadeneira Andrade Marco Antonio" userId="6724e0b9-e3c0-432e-bbaf-b6a69903daaa" providerId="ADAL" clId="{1DDBE07F-40BC-4655-B65C-C0D59D2485AA}" dt="2026-10-01T20:51:06.890" v="722" actId="20577"/>
      <pc:docMkLst>
        <pc:docMk/>
      </pc:docMkLst>
      <pc:sldChg chg="delSp modSp add del mod">
        <pc:chgData name="Rivadeneira Andrade Marco Antonio" userId="6724e0b9-e3c0-432e-bbaf-b6a69903daaa" providerId="ADAL" clId="{1DDBE07F-40BC-4655-B65C-C0D59D2485AA}" dt="2026-10-01T20:49:54.228" v="715" actId="1076"/>
        <pc:sldMkLst>
          <pc:docMk/>
          <pc:sldMk cId="3145175060" sldId="2147482620"/>
        </pc:sldMkLst>
        <pc:spChg chg="mod">
          <ac:chgData name="Rivadeneira Andrade Marco Antonio" userId="6724e0b9-e3c0-432e-bbaf-b6a69903daaa" providerId="ADAL" clId="{1DDBE07F-40BC-4655-B65C-C0D59D2485AA}" dt="2026-10-01T20:49:52.202" v="714" actId="1076"/>
          <ac:spMkLst>
            <pc:docMk/>
            <pc:sldMk cId="3145175060" sldId="2147482620"/>
            <ac:spMk id="2" creationId="{48EB113E-0290-2CF0-3DA3-5B6296EDAEB9}"/>
          </ac:spMkLst>
        </pc:spChg>
        <pc:spChg chg="mod">
          <ac:chgData name="Rivadeneira Andrade Marco Antonio" userId="6724e0b9-e3c0-432e-bbaf-b6a69903daaa" providerId="ADAL" clId="{1DDBE07F-40BC-4655-B65C-C0D59D2485AA}" dt="2026-10-01T20:49:54.228" v="715" actId="1076"/>
          <ac:spMkLst>
            <pc:docMk/>
            <pc:sldMk cId="3145175060" sldId="2147482620"/>
            <ac:spMk id="3" creationId="{34AB1141-4A17-5C96-518F-E981AB2F10DF}"/>
          </ac:spMkLst>
        </pc:spChg>
        <pc:spChg chg="del">
          <ac:chgData name="Rivadeneira Andrade Marco Antonio" userId="6724e0b9-e3c0-432e-bbaf-b6a69903daaa" providerId="ADAL" clId="{1DDBE07F-40BC-4655-B65C-C0D59D2485AA}" dt="2026-10-01T19:58:58.147" v="91" actId="478"/>
          <ac:spMkLst>
            <pc:docMk/>
            <pc:sldMk cId="3145175060" sldId="2147482620"/>
            <ac:spMk id="4" creationId="{3670ED6C-ADB3-05DA-CDB2-AC37C2D39CB0}"/>
          </ac:spMkLst>
        </pc:spChg>
      </pc:sldChg>
      <pc:sldChg chg="modSp del mod ord">
        <pc:chgData name="Rivadeneira Andrade Marco Antonio" userId="6724e0b9-e3c0-432e-bbaf-b6a69903daaa" providerId="ADAL" clId="{1DDBE07F-40BC-4655-B65C-C0D59D2485AA}" dt="2026-10-01T20:01:01.239" v="98" actId="47"/>
        <pc:sldMkLst>
          <pc:docMk/>
          <pc:sldMk cId="387651451" sldId="2147482621"/>
        </pc:sldMkLst>
        <pc:spChg chg="mod">
          <ac:chgData name="Rivadeneira Andrade Marco Antonio" userId="6724e0b9-e3c0-432e-bbaf-b6a69903daaa" providerId="ADAL" clId="{1DDBE07F-40BC-4655-B65C-C0D59D2485AA}" dt="2026-10-01T19:47:00.823" v="17" actId="20577"/>
          <ac:spMkLst>
            <pc:docMk/>
            <pc:sldMk cId="387651451" sldId="2147482621"/>
            <ac:spMk id="2" creationId="{B14F2496-49F2-B5D0-617E-1A29513B3DA6}"/>
          </ac:spMkLst>
        </pc:spChg>
      </pc:sldChg>
      <pc:sldChg chg="del">
        <pc:chgData name="Rivadeneira Andrade Marco Antonio" userId="6724e0b9-e3c0-432e-bbaf-b6a69903daaa" providerId="ADAL" clId="{1DDBE07F-40BC-4655-B65C-C0D59D2485AA}" dt="2026-10-01T20:45:47.087" v="567" actId="47"/>
        <pc:sldMkLst>
          <pc:docMk/>
          <pc:sldMk cId="1229925231" sldId="2147482622"/>
        </pc:sldMkLst>
      </pc:sldChg>
      <pc:sldChg chg="addSp modSp mod">
        <pc:chgData name="Rivadeneira Andrade Marco Antonio" userId="6724e0b9-e3c0-432e-bbaf-b6a69903daaa" providerId="ADAL" clId="{1DDBE07F-40BC-4655-B65C-C0D59D2485AA}" dt="2026-10-01T20:42:53.682" v="566" actId="20577"/>
        <pc:sldMkLst>
          <pc:docMk/>
          <pc:sldMk cId="3102971334" sldId="2147482623"/>
        </pc:sldMkLst>
        <pc:spChg chg="mod">
          <ac:chgData name="Rivadeneira Andrade Marco Antonio" userId="6724e0b9-e3c0-432e-bbaf-b6a69903daaa" providerId="ADAL" clId="{1DDBE07F-40BC-4655-B65C-C0D59D2485AA}" dt="2026-10-01T20:01:45.219" v="152" actId="20577"/>
          <ac:spMkLst>
            <pc:docMk/>
            <pc:sldMk cId="3102971334" sldId="2147482623"/>
            <ac:spMk id="2" creationId="{7DD529C4-8B2E-DE3D-F2BE-C3E96FBE23B2}"/>
          </ac:spMkLst>
        </pc:spChg>
        <pc:spChg chg="add mod">
          <ac:chgData name="Rivadeneira Andrade Marco Antonio" userId="6724e0b9-e3c0-432e-bbaf-b6a69903daaa" providerId="ADAL" clId="{1DDBE07F-40BC-4655-B65C-C0D59D2485AA}" dt="2026-10-01T20:40:40.522" v="546" actId="1037"/>
          <ac:spMkLst>
            <pc:docMk/>
            <pc:sldMk cId="3102971334" sldId="2147482623"/>
            <ac:spMk id="5" creationId="{DD3880D0-5329-616C-83CF-194067BE2744}"/>
          </ac:spMkLst>
        </pc:spChg>
        <pc:spChg chg="add mod">
          <ac:chgData name="Rivadeneira Andrade Marco Antonio" userId="6724e0b9-e3c0-432e-bbaf-b6a69903daaa" providerId="ADAL" clId="{1DDBE07F-40BC-4655-B65C-C0D59D2485AA}" dt="2026-10-01T20:42:53.682" v="566" actId="20577"/>
          <ac:spMkLst>
            <pc:docMk/>
            <pc:sldMk cId="3102971334" sldId="2147482623"/>
            <ac:spMk id="8" creationId="{6F7F27BF-908F-D29E-55A8-D1498D857FC2}"/>
          </ac:spMkLst>
        </pc:spChg>
        <pc:spChg chg="add mod">
          <ac:chgData name="Rivadeneira Andrade Marco Antonio" userId="6724e0b9-e3c0-432e-bbaf-b6a69903daaa" providerId="ADAL" clId="{1DDBE07F-40BC-4655-B65C-C0D59D2485AA}" dt="2026-10-01T20:32:12.250" v="368" actId="1038"/>
          <ac:spMkLst>
            <pc:docMk/>
            <pc:sldMk cId="3102971334" sldId="2147482623"/>
            <ac:spMk id="12" creationId="{F15CB025-9D5E-9DA5-24B0-7FE34F98E1EA}"/>
          </ac:spMkLst>
        </pc:spChg>
        <pc:picChg chg="add mod">
          <ac:chgData name="Rivadeneira Andrade Marco Antonio" userId="6724e0b9-e3c0-432e-bbaf-b6a69903daaa" providerId="ADAL" clId="{1DDBE07F-40BC-4655-B65C-C0D59D2485AA}" dt="2026-10-01T20:19:39.368" v="227" actId="166"/>
          <ac:picMkLst>
            <pc:docMk/>
            <pc:sldMk cId="3102971334" sldId="2147482623"/>
            <ac:picMk id="7" creationId="{21AFD876-6B71-4987-3556-1A5768ACCB1B}"/>
          </ac:picMkLst>
        </pc:picChg>
        <pc:picChg chg="add mod">
          <ac:chgData name="Rivadeneira Andrade Marco Antonio" userId="6724e0b9-e3c0-432e-bbaf-b6a69903daaa" providerId="ADAL" clId="{1DDBE07F-40BC-4655-B65C-C0D59D2485AA}" dt="2026-10-01T20:19:37.577" v="226" actId="1035"/>
          <ac:picMkLst>
            <pc:docMk/>
            <pc:sldMk cId="3102971334" sldId="2147482623"/>
            <ac:picMk id="10" creationId="{38B66CC4-B532-9BF0-E6F9-9D18C8495E14}"/>
          </ac:picMkLst>
        </pc:picChg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3777585796" sldId="2147482624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2942752396" sldId="2147482625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1756116827" sldId="2147482626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2716398589" sldId="2147482627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1688846607" sldId="2147482628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1257320346" sldId="2147482629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1330576805" sldId="2147482630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561401448" sldId="2147482631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1224788830" sldId="2147482632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118707046" sldId="2147482633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3981547355" sldId="2147482634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2971193459" sldId="2147482635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802355283" sldId="2147482636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3702191293" sldId="2147482637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3835998174" sldId="2147482638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3341556301" sldId="2147482639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3133573427" sldId="2147482641"/>
        </pc:sldMkLst>
      </pc:sldChg>
      <pc:sldChg chg="del">
        <pc:chgData name="Rivadeneira Andrade Marco Antonio" userId="6724e0b9-e3c0-432e-bbaf-b6a69903daaa" providerId="ADAL" clId="{1DDBE07F-40BC-4655-B65C-C0D59D2485AA}" dt="2026-10-01T20:48:27.276" v="648" actId="47"/>
        <pc:sldMkLst>
          <pc:docMk/>
          <pc:sldMk cId="341477588" sldId="2147482642"/>
        </pc:sldMkLst>
      </pc:sldChg>
      <pc:sldChg chg="add del">
        <pc:chgData name="Rivadeneira Andrade Marco Antonio" userId="6724e0b9-e3c0-432e-bbaf-b6a69903daaa" providerId="ADAL" clId="{1DDBE07F-40BC-4655-B65C-C0D59D2485AA}" dt="2026-10-01T20:26:38.766" v="242" actId="47"/>
        <pc:sldMkLst>
          <pc:docMk/>
          <pc:sldMk cId="611735100" sldId="2147482643"/>
        </pc:sldMkLst>
      </pc:sldChg>
      <pc:sldChg chg="addSp delSp modSp add mod">
        <pc:chgData name="Rivadeneira Andrade Marco Antonio" userId="6724e0b9-e3c0-432e-bbaf-b6a69903daaa" providerId="ADAL" clId="{1DDBE07F-40BC-4655-B65C-C0D59D2485AA}" dt="2026-10-01T20:48:55.005" v="649" actId="113"/>
        <pc:sldMkLst>
          <pc:docMk/>
          <pc:sldMk cId="1108405359" sldId="2147482644"/>
        </pc:sldMkLst>
        <pc:spChg chg="mod">
          <ac:chgData name="Rivadeneira Andrade Marco Antonio" userId="6724e0b9-e3c0-432e-bbaf-b6a69903daaa" providerId="ADAL" clId="{1DDBE07F-40BC-4655-B65C-C0D59D2485AA}" dt="2026-10-01T20:40:37.701" v="540" actId="1037"/>
          <ac:spMkLst>
            <pc:docMk/>
            <pc:sldMk cId="1108405359" sldId="2147482644"/>
            <ac:spMk id="5" creationId="{45E67BFD-02DD-5891-4C0C-C124DE75B688}"/>
          </ac:spMkLst>
        </pc:spChg>
        <pc:spChg chg="mod">
          <ac:chgData name="Rivadeneira Andrade Marco Antonio" userId="6724e0b9-e3c0-432e-bbaf-b6a69903daaa" providerId="ADAL" clId="{1DDBE07F-40BC-4655-B65C-C0D59D2485AA}" dt="2026-10-01T20:48:55.005" v="649" actId="113"/>
          <ac:spMkLst>
            <pc:docMk/>
            <pc:sldMk cId="1108405359" sldId="2147482644"/>
            <ac:spMk id="8" creationId="{8D2CC943-9998-58DB-11F4-6611969E67EB}"/>
          </ac:spMkLst>
        </pc:spChg>
        <pc:spChg chg="add mod">
          <ac:chgData name="Rivadeneira Andrade Marco Antonio" userId="6724e0b9-e3c0-432e-bbaf-b6a69903daaa" providerId="ADAL" clId="{1DDBE07F-40BC-4655-B65C-C0D59D2485AA}" dt="2026-10-01T20:32:01.780" v="361" actId="1076"/>
          <ac:spMkLst>
            <pc:docMk/>
            <pc:sldMk cId="1108405359" sldId="2147482644"/>
            <ac:spMk id="11" creationId="{642A40E6-FB59-AD4A-D7FF-D7F4C0573903}"/>
          </ac:spMkLst>
        </pc:spChg>
        <pc:picChg chg="add mod">
          <ac:chgData name="Rivadeneira Andrade Marco Antonio" userId="6724e0b9-e3c0-432e-bbaf-b6a69903daaa" providerId="ADAL" clId="{1DDBE07F-40BC-4655-B65C-C0D59D2485AA}" dt="2026-10-01T20:28:32.269" v="281" actId="1038"/>
          <ac:picMkLst>
            <pc:docMk/>
            <pc:sldMk cId="1108405359" sldId="2147482644"/>
            <ac:picMk id="6" creationId="{233928E8-3824-61E2-BD11-74BFF3E533D1}"/>
          </ac:picMkLst>
        </pc:picChg>
        <pc:picChg chg="mod">
          <ac:chgData name="Rivadeneira Andrade Marco Antonio" userId="6724e0b9-e3c0-432e-bbaf-b6a69903daaa" providerId="ADAL" clId="{1DDBE07F-40BC-4655-B65C-C0D59D2485AA}" dt="2026-10-01T20:29:39.229" v="282" actId="166"/>
          <ac:picMkLst>
            <pc:docMk/>
            <pc:sldMk cId="1108405359" sldId="2147482644"/>
            <ac:picMk id="7" creationId="{7C72A0BE-8EBB-FA34-A5CC-D423046F60FF}"/>
          </ac:picMkLst>
        </pc:picChg>
        <pc:picChg chg="del">
          <ac:chgData name="Rivadeneira Andrade Marco Antonio" userId="6724e0b9-e3c0-432e-bbaf-b6a69903daaa" providerId="ADAL" clId="{1DDBE07F-40BC-4655-B65C-C0D59D2485AA}" dt="2026-10-01T20:28:18.546" v="272" actId="478"/>
          <ac:picMkLst>
            <pc:docMk/>
            <pc:sldMk cId="1108405359" sldId="2147482644"/>
            <ac:picMk id="10" creationId="{9B94D805-0453-2C6E-9F82-4E340DB28F3E}"/>
          </ac:picMkLst>
        </pc:picChg>
      </pc:sldChg>
      <pc:sldChg chg="addSp delSp modSp add mod">
        <pc:chgData name="Rivadeneira Andrade Marco Antonio" userId="6724e0b9-e3c0-432e-bbaf-b6a69903daaa" providerId="ADAL" clId="{1DDBE07F-40BC-4655-B65C-C0D59D2485AA}" dt="2026-10-01T20:49:03.239" v="650" actId="113"/>
        <pc:sldMkLst>
          <pc:docMk/>
          <pc:sldMk cId="56759757" sldId="2147482645"/>
        </pc:sldMkLst>
        <pc:spChg chg="mod">
          <ac:chgData name="Rivadeneira Andrade Marco Antonio" userId="6724e0b9-e3c0-432e-bbaf-b6a69903daaa" providerId="ADAL" clId="{1DDBE07F-40BC-4655-B65C-C0D59D2485AA}" dt="2026-10-01T20:40:35.004" v="534" actId="1037"/>
          <ac:spMkLst>
            <pc:docMk/>
            <pc:sldMk cId="56759757" sldId="2147482645"/>
            <ac:spMk id="5" creationId="{AA60BAFB-B83A-1918-B56B-F3C6A138EA04}"/>
          </ac:spMkLst>
        </pc:spChg>
        <pc:spChg chg="mod">
          <ac:chgData name="Rivadeneira Andrade Marco Antonio" userId="6724e0b9-e3c0-432e-bbaf-b6a69903daaa" providerId="ADAL" clId="{1DDBE07F-40BC-4655-B65C-C0D59D2485AA}" dt="2026-10-01T20:49:03.239" v="650" actId="113"/>
          <ac:spMkLst>
            <pc:docMk/>
            <pc:sldMk cId="56759757" sldId="2147482645"/>
            <ac:spMk id="8" creationId="{A2ACC02A-6AC8-9B0B-6658-10D0DF3545B0}"/>
          </ac:spMkLst>
        </pc:spChg>
        <pc:spChg chg="add mod">
          <ac:chgData name="Rivadeneira Andrade Marco Antonio" userId="6724e0b9-e3c0-432e-bbaf-b6a69903daaa" providerId="ADAL" clId="{1DDBE07F-40BC-4655-B65C-C0D59D2485AA}" dt="2026-10-01T20:31:56.868" v="359" actId="1076"/>
          <ac:spMkLst>
            <pc:docMk/>
            <pc:sldMk cId="56759757" sldId="2147482645"/>
            <ac:spMk id="10" creationId="{DBA754B5-5AC7-3507-1EE5-4B4E3A5A6589}"/>
          </ac:spMkLst>
        </pc:spChg>
        <pc:spChg chg="add mod">
          <ac:chgData name="Rivadeneira Andrade Marco Antonio" userId="6724e0b9-e3c0-432e-bbaf-b6a69903daaa" providerId="ADAL" clId="{1DDBE07F-40BC-4655-B65C-C0D59D2485AA}" dt="2026-10-01T20:34:23.667" v="422" actId="1076"/>
          <ac:spMkLst>
            <pc:docMk/>
            <pc:sldMk cId="56759757" sldId="2147482645"/>
            <ac:spMk id="16" creationId="{1A3B6F0F-06D8-3337-293F-7589411E4520}"/>
          </ac:spMkLst>
        </pc:spChg>
        <pc:picChg chg="del">
          <ac:chgData name="Rivadeneira Andrade Marco Antonio" userId="6724e0b9-e3c0-432e-bbaf-b6a69903daaa" providerId="ADAL" clId="{1DDBE07F-40BC-4655-B65C-C0D59D2485AA}" dt="2026-10-01T20:31:12.070" v="296" actId="478"/>
          <ac:picMkLst>
            <pc:docMk/>
            <pc:sldMk cId="56759757" sldId="2147482645"/>
            <ac:picMk id="6" creationId="{F9596E5F-61CE-D3D8-579A-DA3BD07FC57D}"/>
          </ac:picMkLst>
        </pc:picChg>
        <pc:picChg chg="mod">
          <ac:chgData name="Rivadeneira Andrade Marco Antonio" userId="6724e0b9-e3c0-432e-bbaf-b6a69903daaa" providerId="ADAL" clId="{1DDBE07F-40BC-4655-B65C-C0D59D2485AA}" dt="2026-10-01T20:34:15.855" v="420" actId="166"/>
          <ac:picMkLst>
            <pc:docMk/>
            <pc:sldMk cId="56759757" sldId="2147482645"/>
            <ac:picMk id="7" creationId="{C6C5F0FB-040B-1D5C-AE5B-837B5B1B55B9}"/>
          </ac:picMkLst>
        </pc:picChg>
        <pc:picChg chg="add del mod">
          <ac:chgData name="Rivadeneira Andrade Marco Antonio" userId="6724e0b9-e3c0-432e-bbaf-b6a69903daaa" providerId="ADAL" clId="{1DDBE07F-40BC-4655-B65C-C0D59D2485AA}" dt="2026-10-01T20:33:22.375" v="377" actId="478"/>
          <ac:picMkLst>
            <pc:docMk/>
            <pc:sldMk cId="56759757" sldId="2147482645"/>
            <ac:picMk id="9" creationId="{58118B6A-B4E6-D460-57B0-C70A85FA1C26}"/>
          </ac:picMkLst>
        </pc:picChg>
        <pc:picChg chg="add del mod">
          <ac:chgData name="Rivadeneira Andrade Marco Antonio" userId="6724e0b9-e3c0-432e-bbaf-b6a69903daaa" providerId="ADAL" clId="{1DDBE07F-40BC-4655-B65C-C0D59D2485AA}" dt="2026-10-01T20:33:47.887" v="389" actId="478"/>
          <ac:picMkLst>
            <pc:docMk/>
            <pc:sldMk cId="56759757" sldId="2147482645"/>
            <ac:picMk id="12" creationId="{CB7801BF-599A-3FBF-0FBD-3D256B91EEF3}"/>
          </ac:picMkLst>
        </pc:picChg>
        <pc:picChg chg="add mod">
          <ac:chgData name="Rivadeneira Andrade Marco Antonio" userId="6724e0b9-e3c0-432e-bbaf-b6a69903daaa" providerId="ADAL" clId="{1DDBE07F-40BC-4655-B65C-C0D59D2485AA}" dt="2026-10-01T20:34:10.751" v="418" actId="1035"/>
          <ac:picMkLst>
            <pc:docMk/>
            <pc:sldMk cId="56759757" sldId="2147482645"/>
            <ac:picMk id="14" creationId="{4CAFFE63-5BD1-A95A-F782-36DB36E853AA}"/>
          </ac:picMkLst>
        </pc:picChg>
      </pc:sldChg>
      <pc:sldChg chg="addSp delSp modSp add mod ord">
        <pc:chgData name="Rivadeneira Andrade Marco Antonio" userId="6724e0b9-e3c0-432e-bbaf-b6a69903daaa" providerId="ADAL" clId="{1DDBE07F-40BC-4655-B65C-C0D59D2485AA}" dt="2026-10-01T20:42:27.531" v="553" actId="5793"/>
        <pc:sldMkLst>
          <pc:docMk/>
          <pc:sldMk cId="3550624707" sldId="2147482646"/>
        </pc:sldMkLst>
        <pc:spChg chg="mod">
          <ac:chgData name="Rivadeneira Andrade Marco Antonio" userId="6724e0b9-e3c0-432e-bbaf-b6a69903daaa" providerId="ADAL" clId="{1DDBE07F-40BC-4655-B65C-C0D59D2485AA}" dt="2026-10-01T20:40:26.035" v="521" actId="1037"/>
          <ac:spMkLst>
            <pc:docMk/>
            <pc:sldMk cId="3550624707" sldId="2147482646"/>
            <ac:spMk id="5" creationId="{AF6BF614-7EC7-B2FA-7B43-AD3F7673EDD3}"/>
          </ac:spMkLst>
        </pc:spChg>
        <pc:spChg chg="mod">
          <ac:chgData name="Rivadeneira Andrade Marco Antonio" userId="6724e0b9-e3c0-432e-bbaf-b6a69903daaa" providerId="ADAL" clId="{1DDBE07F-40BC-4655-B65C-C0D59D2485AA}" dt="2026-10-01T20:42:27.531" v="553" actId="5793"/>
          <ac:spMkLst>
            <pc:docMk/>
            <pc:sldMk cId="3550624707" sldId="2147482646"/>
            <ac:spMk id="8" creationId="{CFC25A6A-E967-6A2B-241B-59D5E5161398}"/>
          </ac:spMkLst>
        </pc:spChg>
        <pc:spChg chg="del">
          <ac:chgData name="Rivadeneira Andrade Marco Antonio" userId="6724e0b9-e3c0-432e-bbaf-b6a69903daaa" providerId="ADAL" clId="{1DDBE07F-40BC-4655-B65C-C0D59D2485AA}" dt="2026-10-01T20:35:11.741" v="433" actId="478"/>
          <ac:spMkLst>
            <pc:docMk/>
            <pc:sldMk cId="3550624707" sldId="2147482646"/>
            <ac:spMk id="10" creationId="{8C44FD94-668B-65C2-E1BC-7CDE21DB6B83}"/>
          </ac:spMkLst>
        </pc:spChg>
        <pc:spChg chg="mod ord">
          <ac:chgData name="Rivadeneira Andrade Marco Antonio" userId="6724e0b9-e3c0-432e-bbaf-b6a69903daaa" providerId="ADAL" clId="{1DDBE07F-40BC-4655-B65C-C0D59D2485AA}" dt="2026-10-01T20:36:04.301" v="461" actId="1076"/>
          <ac:spMkLst>
            <pc:docMk/>
            <pc:sldMk cId="3550624707" sldId="2147482646"/>
            <ac:spMk id="16" creationId="{31D67FFF-927F-B1AF-74A3-33F0A09D49E8}"/>
          </ac:spMkLst>
        </pc:spChg>
        <pc:picChg chg="add mod modCrop">
          <ac:chgData name="Rivadeneira Andrade Marco Antonio" userId="6724e0b9-e3c0-432e-bbaf-b6a69903daaa" providerId="ADAL" clId="{1DDBE07F-40BC-4655-B65C-C0D59D2485AA}" dt="2026-10-01T20:35:53.450" v="458" actId="732"/>
          <ac:picMkLst>
            <pc:docMk/>
            <pc:sldMk cId="3550624707" sldId="2147482646"/>
            <ac:picMk id="6" creationId="{C0C8D557-79E9-BBAE-052F-BD0BF13198CB}"/>
          </ac:picMkLst>
        </pc:picChg>
        <pc:picChg chg="mod">
          <ac:chgData name="Rivadeneira Andrade Marco Antonio" userId="6724e0b9-e3c0-432e-bbaf-b6a69903daaa" providerId="ADAL" clId="{1DDBE07F-40BC-4655-B65C-C0D59D2485AA}" dt="2026-10-01T20:35:55.480" v="459" actId="166"/>
          <ac:picMkLst>
            <pc:docMk/>
            <pc:sldMk cId="3550624707" sldId="2147482646"/>
            <ac:picMk id="7" creationId="{BD92E19F-0E87-AA0A-35D3-BC77183B34C3}"/>
          </ac:picMkLst>
        </pc:picChg>
        <pc:picChg chg="del">
          <ac:chgData name="Rivadeneira Andrade Marco Antonio" userId="6724e0b9-e3c0-432e-bbaf-b6a69903daaa" providerId="ADAL" clId="{1DDBE07F-40BC-4655-B65C-C0D59D2485AA}" dt="2026-10-01T20:35:07.905" v="429" actId="478"/>
          <ac:picMkLst>
            <pc:docMk/>
            <pc:sldMk cId="3550624707" sldId="2147482646"/>
            <ac:picMk id="14" creationId="{18C77AC5-B25E-89E6-6574-911F5EA19885}"/>
          </ac:picMkLst>
        </pc:picChg>
      </pc:sldChg>
      <pc:sldChg chg="addSp delSp modSp add mod">
        <pc:chgData name="Rivadeneira Andrade Marco Antonio" userId="6724e0b9-e3c0-432e-bbaf-b6a69903daaa" providerId="ADAL" clId="{1DDBE07F-40BC-4655-B65C-C0D59D2485AA}" dt="2026-10-01T20:51:06.890" v="722" actId="20577"/>
        <pc:sldMkLst>
          <pc:docMk/>
          <pc:sldMk cId="2862264791" sldId="2147482647"/>
        </pc:sldMkLst>
        <pc:spChg chg="mod">
          <ac:chgData name="Rivadeneira Andrade Marco Antonio" userId="6724e0b9-e3c0-432e-bbaf-b6a69903daaa" providerId="ADAL" clId="{1DDBE07F-40BC-4655-B65C-C0D59D2485AA}" dt="2026-10-01T20:40:29.535" v="528" actId="1038"/>
          <ac:spMkLst>
            <pc:docMk/>
            <pc:sldMk cId="2862264791" sldId="2147482647"/>
            <ac:spMk id="5" creationId="{3058581F-263C-6281-A0C4-71520509DC47}"/>
          </ac:spMkLst>
        </pc:spChg>
        <pc:spChg chg="mod">
          <ac:chgData name="Rivadeneira Andrade Marco Antonio" userId="6724e0b9-e3c0-432e-bbaf-b6a69903daaa" providerId="ADAL" clId="{1DDBE07F-40BC-4655-B65C-C0D59D2485AA}" dt="2026-10-01T20:51:06.890" v="722" actId="20577"/>
          <ac:spMkLst>
            <pc:docMk/>
            <pc:sldMk cId="2862264791" sldId="2147482647"/>
            <ac:spMk id="8" creationId="{6830A916-0C1C-0477-7B59-F8905D808A45}"/>
          </ac:spMkLst>
        </pc:spChg>
        <pc:spChg chg="add mod">
          <ac:chgData name="Rivadeneira Andrade Marco Antonio" userId="6724e0b9-e3c0-432e-bbaf-b6a69903daaa" providerId="ADAL" clId="{1DDBE07F-40BC-4655-B65C-C0D59D2485AA}" dt="2026-10-01T20:40:07.158" v="495" actId="1076"/>
          <ac:spMkLst>
            <pc:docMk/>
            <pc:sldMk cId="2862264791" sldId="2147482647"/>
            <ac:spMk id="11" creationId="{FB8B3DAE-49CA-1C23-A25C-E8AD8CEDDB9F}"/>
          </ac:spMkLst>
        </pc:spChg>
        <pc:picChg chg="del">
          <ac:chgData name="Rivadeneira Andrade Marco Antonio" userId="6724e0b9-e3c0-432e-bbaf-b6a69903daaa" providerId="ADAL" clId="{1DDBE07F-40BC-4655-B65C-C0D59D2485AA}" dt="2026-10-01T20:38:35.951" v="479" actId="478"/>
          <ac:picMkLst>
            <pc:docMk/>
            <pc:sldMk cId="2862264791" sldId="2147482647"/>
            <ac:picMk id="6" creationId="{6289A462-5208-4394-4393-8571EDC7F0AF}"/>
          </ac:picMkLst>
        </pc:picChg>
        <pc:picChg chg="mod">
          <ac:chgData name="Rivadeneira Andrade Marco Antonio" userId="6724e0b9-e3c0-432e-bbaf-b6a69903daaa" providerId="ADAL" clId="{1DDBE07F-40BC-4655-B65C-C0D59D2485AA}" dt="2026-10-01T20:40:17.969" v="509" actId="1038"/>
          <ac:picMkLst>
            <pc:docMk/>
            <pc:sldMk cId="2862264791" sldId="2147482647"/>
            <ac:picMk id="7" creationId="{2869FD9B-D90B-CBB5-9614-D26BB20239DF}"/>
          </ac:picMkLst>
        </pc:picChg>
        <pc:picChg chg="add mod">
          <ac:chgData name="Rivadeneira Andrade Marco Antonio" userId="6724e0b9-e3c0-432e-bbaf-b6a69903daaa" providerId="ADAL" clId="{1DDBE07F-40BC-4655-B65C-C0D59D2485AA}" dt="2026-10-01T20:38:45.076" v="492" actId="1035"/>
          <ac:picMkLst>
            <pc:docMk/>
            <pc:sldMk cId="2862264791" sldId="2147482647"/>
            <ac:picMk id="9" creationId="{4D158707-05AE-7811-0BF8-591CFEADA5A1}"/>
          </ac:picMkLst>
        </pc:picChg>
      </pc:sldChg>
      <pc:sldMasterChg chg="delSldLayout">
        <pc:chgData name="Rivadeneira Andrade Marco Antonio" userId="6724e0b9-e3c0-432e-bbaf-b6a69903daaa" providerId="ADAL" clId="{1DDBE07F-40BC-4655-B65C-C0D59D2485AA}" dt="2026-10-01T20:48:27.276" v="648" actId="47"/>
        <pc:sldMasterMkLst>
          <pc:docMk/>
          <pc:sldMasterMk cId="3463398243" sldId="2147483660"/>
        </pc:sldMasterMkLst>
        <pc:sldLayoutChg chg="del">
          <pc:chgData name="Rivadeneira Andrade Marco Antonio" userId="6724e0b9-e3c0-432e-bbaf-b6a69903daaa" providerId="ADAL" clId="{1DDBE07F-40BC-4655-B65C-C0D59D2485AA}" dt="2026-10-01T20:48:27.276" v="648" actId="47"/>
          <pc:sldLayoutMkLst>
            <pc:docMk/>
            <pc:sldMasterMk cId="3463398243" sldId="2147483660"/>
            <pc:sldLayoutMk cId="831161047" sldId="2147483682"/>
          </pc:sldLayoutMkLst>
        </pc:sldLayoutChg>
        <pc:sldLayoutChg chg="del">
          <pc:chgData name="Rivadeneira Andrade Marco Antonio" userId="6724e0b9-e3c0-432e-bbaf-b6a69903daaa" providerId="ADAL" clId="{1DDBE07F-40BC-4655-B65C-C0D59D2485AA}" dt="2026-10-01T20:48:27.276" v="648" actId="47"/>
          <pc:sldLayoutMkLst>
            <pc:docMk/>
            <pc:sldMasterMk cId="3463398243" sldId="2147483660"/>
            <pc:sldLayoutMk cId="2469157382" sldId="214748368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460D18-7838-8350-11CE-C159676247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6E570-EE32-5078-7E45-6403F60929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FC81CB-A443-084E-9BD0-F72A9D230CF3}" type="datetimeFigureOut">
              <a:rPr lang="en-GT" smtClean="0"/>
              <a:t>10/01/2026</a:t>
            </a:fld>
            <a:endParaRPr lang="en-G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AB7E8F-8773-D697-EFDB-2F846C9AD7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B1D6A-1F10-F9D2-8BA4-C030BF5FE0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BE830-0CDD-A84D-8F37-0D97430D9452}" type="slidenum">
              <a:rPr lang="en-GT" smtClean="0"/>
              <a:t>‹Nº›</a:t>
            </a:fld>
            <a:endParaRPr lang="en-GT"/>
          </a:p>
        </p:txBody>
      </p:sp>
    </p:spTree>
    <p:extLst>
      <p:ext uri="{BB962C8B-B14F-4D97-AF65-F5344CB8AC3E}">
        <p14:creationId xmlns:p14="http://schemas.microsoft.com/office/powerpoint/2010/main" val="30626932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BA327-65D0-4E5B-8B4C-1400558A3C50}" type="datetimeFigureOut">
              <a:rPr lang="es-EC" smtClean="0"/>
              <a:t>1/10/2026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CBA74-BE98-43E7-BA0E-CB6061716D8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45842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2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2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2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2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275635E1-ADDC-688B-0956-C9AED46A960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3469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275635E1-ADDC-688B-0956-C9AED46A96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A9E4010A-386A-D0D3-8F09-8582F870BFB9}"/>
              </a:ext>
            </a:extLst>
          </p:cNvPr>
          <p:cNvCxnSpPr/>
          <p:nvPr/>
        </p:nvCxnSpPr>
        <p:spPr>
          <a:xfrm>
            <a:off x="989556" y="3544866"/>
            <a:ext cx="1012103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98966B9-062E-F449-CAEE-9945FD12C42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63484457-7D45-CF93-B7EC-3C88728BAB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1414" y="2632870"/>
            <a:ext cx="7778750" cy="911996"/>
          </a:xfrm>
        </p:spPr>
        <p:txBody>
          <a:bodyPr>
            <a:normAutofit/>
          </a:bodyPr>
          <a:lstStyle>
            <a:lvl1pPr marL="0" indent="0">
              <a:buNone/>
              <a:defRPr sz="5400" b="1" i="0">
                <a:solidFill>
                  <a:schemeClr val="bg1"/>
                </a:solidFill>
                <a:latin typeface="Aptos Black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42B41BC3-A171-7EB6-97C1-037129607F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1414" y="3555041"/>
            <a:ext cx="4168068" cy="658367"/>
          </a:xfrm>
        </p:spPr>
        <p:txBody>
          <a:bodyPr>
            <a:normAutofit/>
          </a:bodyPr>
          <a:lstStyle>
            <a:lvl1pPr marL="0" indent="0">
              <a:buNone/>
              <a:defRPr sz="4400" b="0" i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528512B-D415-883E-F9DF-DE8ED90BE3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1414" y="4213408"/>
            <a:ext cx="4168068" cy="658367"/>
          </a:xfrm>
        </p:spPr>
        <p:txBody>
          <a:bodyPr>
            <a:normAutofit/>
          </a:bodyPr>
          <a:lstStyle>
            <a:lvl1pPr marL="0" indent="0">
              <a:buNone/>
              <a:defRPr sz="4400" b="0" i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F58648-C7B9-8FE2-7BB5-0DECB9AEE9A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445" y="-568075"/>
            <a:ext cx="2850525" cy="285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68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-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275635E1-ADDC-688B-0956-C9AED46A960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3469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275635E1-ADDC-688B-0956-C9AED46A96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A9E4010A-386A-D0D3-8F09-8582F870BFB9}"/>
              </a:ext>
            </a:extLst>
          </p:cNvPr>
          <p:cNvCxnSpPr/>
          <p:nvPr/>
        </p:nvCxnSpPr>
        <p:spPr>
          <a:xfrm>
            <a:off x="989556" y="3544866"/>
            <a:ext cx="1012103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F21B383-F901-23D1-AB19-D89B193841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63484457-7D45-CF93-B7EC-3C88728BAB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1414" y="2632870"/>
            <a:ext cx="7778750" cy="911996"/>
          </a:xfrm>
        </p:spPr>
        <p:txBody>
          <a:bodyPr>
            <a:normAutofit/>
          </a:bodyPr>
          <a:lstStyle>
            <a:lvl1pPr marL="0" indent="0">
              <a:buNone/>
              <a:defRPr sz="5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355AC3-F4E8-4802-2BD6-63E2C2AE39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445" y="-568075"/>
            <a:ext cx="2850525" cy="285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869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1974356-FE78-234D-36D5-D0A83FF526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67700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1974356-FE78-234D-36D5-D0A83FF526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AA145F-3D3D-F497-FB4E-52D79AE6A850}"/>
              </a:ext>
            </a:extLst>
          </p:cNvPr>
          <p:cNvCxnSpPr>
            <a:cxnSpLocks/>
          </p:cNvCxnSpPr>
          <p:nvPr/>
        </p:nvCxnSpPr>
        <p:spPr>
          <a:xfrm>
            <a:off x="2924461" y="448268"/>
            <a:ext cx="0" cy="401407"/>
          </a:xfrm>
          <a:prstGeom prst="line">
            <a:avLst/>
          </a:prstGeom>
          <a:ln w="19050">
            <a:solidFill>
              <a:srgbClr val="0000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2E4063-E25F-9D61-4900-875E83DEFA3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ound Same Side Corner Rectangle 15">
            <a:extLst>
              <a:ext uri="{FF2B5EF4-FFF2-40B4-BE49-F238E27FC236}">
                <a16:creationId xmlns:a16="http://schemas.microsoft.com/office/drawing/2014/main" id="{47390BE2-B0B6-136C-267C-5980AF00EA5A}"/>
              </a:ext>
            </a:extLst>
          </p:cNvPr>
          <p:cNvSpPr/>
          <p:nvPr/>
        </p:nvSpPr>
        <p:spPr>
          <a:xfrm rot="5400000">
            <a:off x="2494783" y="-2245949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5935893-9D76-527E-09C1-6FFF5A4F3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398940"/>
            <a:ext cx="2619659" cy="500062"/>
          </a:xfrm>
        </p:spPr>
        <p:txBody>
          <a:bodyPr anchor="ctr">
            <a:normAutofit/>
          </a:bodyPr>
          <a:lstStyle>
            <a:lvl1pPr marL="0" indent="0">
              <a:buNone/>
              <a:defRPr sz="2400" b="1" i="0">
                <a:solidFill>
                  <a:srgbClr val="001EB4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Meeting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AFC9A24D-B036-6875-813A-5CD6111241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24460" y="398940"/>
            <a:ext cx="2681971" cy="500062"/>
          </a:xfrm>
        </p:spPr>
        <p:txBody>
          <a:bodyPr anchor="ctr">
            <a:normAutofit/>
          </a:bodyPr>
          <a:lstStyle>
            <a:lvl1pPr marL="0" indent="0">
              <a:buNone/>
              <a:defRPr sz="2400" b="1" i="0">
                <a:solidFill>
                  <a:srgbClr val="001EB4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Agenda Item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94807FBE-40E2-F56C-6761-D9160A3AB1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5657" y="1353481"/>
            <a:ext cx="9601200" cy="500062"/>
          </a:xfrm>
        </p:spPr>
        <p:txBody>
          <a:bodyPr anchor="ctr">
            <a:normAutofit/>
          </a:bodyPr>
          <a:lstStyle>
            <a:lvl1pPr marL="0" indent="0">
              <a:buNone/>
              <a:defRPr sz="2000" b="0" i="0">
                <a:solidFill>
                  <a:srgbClr val="44C8F5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1. Lorem ipsum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57DF6645-980E-83C1-389B-071F0356CB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5657" y="1909428"/>
            <a:ext cx="9601200" cy="500062"/>
          </a:xfrm>
        </p:spPr>
        <p:txBody>
          <a:bodyPr anchor="ctr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2. Lorem ipsum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612843A0-D75F-F783-2106-A572D944A7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657" y="2465375"/>
            <a:ext cx="9601200" cy="500062"/>
          </a:xfrm>
        </p:spPr>
        <p:txBody>
          <a:bodyPr anchor="ctr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3. Lorem ipsum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7E62483F-00EC-F7AC-D594-4E9EC4EE69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657" y="3021322"/>
            <a:ext cx="9601200" cy="500062"/>
          </a:xfrm>
        </p:spPr>
        <p:txBody>
          <a:bodyPr anchor="ctr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4. Lorem ipsum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1BAAFF6D-7599-B9EF-C5E2-F4511A8575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657" y="3577269"/>
            <a:ext cx="9601200" cy="500062"/>
          </a:xfrm>
        </p:spPr>
        <p:txBody>
          <a:bodyPr anchor="ctr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5. Lorem ipsum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39A82420-706C-B798-EEBE-ABFC120F5E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5657" y="4133216"/>
            <a:ext cx="9601200" cy="500062"/>
          </a:xfrm>
        </p:spPr>
        <p:txBody>
          <a:bodyPr anchor="ctr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6. Lorem ipsum</a:t>
            </a:r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A1E3D642-1C76-B6BD-B55F-D20B194880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5657" y="4689162"/>
            <a:ext cx="9601200" cy="500062"/>
          </a:xfrm>
        </p:spPr>
        <p:txBody>
          <a:bodyPr anchor="ctr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7. Lorem ipsum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0DC711A3-7B57-553A-91BC-A27814F3A2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657" y="5245108"/>
            <a:ext cx="9601200" cy="500062"/>
          </a:xfrm>
        </p:spPr>
        <p:txBody>
          <a:bodyPr anchor="ctr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8. Lorem ipsum</a:t>
            </a:r>
          </a:p>
        </p:txBody>
      </p:sp>
      <p:sp>
        <p:nvSpPr>
          <p:cNvPr id="39" name="Text Placeholder 28">
            <a:extLst>
              <a:ext uri="{FF2B5EF4-FFF2-40B4-BE49-F238E27FC236}">
                <a16:creationId xmlns:a16="http://schemas.microsoft.com/office/drawing/2014/main" id="{97F59EDD-7CC1-8A01-6508-EFE1D39B94E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55657" y="5801053"/>
            <a:ext cx="9601200" cy="500062"/>
          </a:xfrm>
        </p:spPr>
        <p:txBody>
          <a:bodyPr anchor="ctr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9. Lorem ipsum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D91BEC-5A0E-F108-B8E8-C815B048610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445" y="-568075"/>
            <a:ext cx="2850525" cy="285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4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47449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Round Same Side Corner Rectangle 3">
            <a:extLst>
              <a:ext uri="{FF2B5EF4-FFF2-40B4-BE49-F238E27FC236}">
                <a16:creationId xmlns:a16="http://schemas.microsoft.com/office/drawing/2014/main" id="{48A2A4B7-1142-7121-7690-978796319731}"/>
              </a:ext>
            </a:extLst>
          </p:cNvPr>
          <p:cNvSpPr/>
          <p:nvPr userDrawn="1"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E25FAC1-AF16-BAE4-CE59-754AB0E7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265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and-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8376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 userDrawn="1"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Footers, notes, sources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9E9C050-9F99-DAB9-C256-9364F3876A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0040" y="1355725"/>
            <a:ext cx="11567160" cy="5129213"/>
          </a:xfrm>
        </p:spPr>
        <p:txBody>
          <a:bodyPr/>
          <a:lstStyle>
            <a:lvl1pPr>
              <a:defRPr b="1" i="0">
                <a:latin typeface="Aptos" panose="020B0004020202020204" pitchFamily="34" charset="0"/>
              </a:defRPr>
            </a:lvl1pPr>
            <a:lvl2pPr>
              <a:defRPr b="0" i="0">
                <a:latin typeface="Aptos" panose="020B0004020202020204" pitchFamily="34" charset="0"/>
              </a:defRPr>
            </a:lvl2pPr>
            <a:lvl3pPr>
              <a:defRPr b="0" i="0">
                <a:latin typeface="Aptos" panose="020B0004020202020204" pitchFamily="34" charset="0"/>
              </a:defRPr>
            </a:lvl3pPr>
            <a:lvl4pPr>
              <a:defRPr b="0" i="0">
                <a:latin typeface="Aptos" panose="020B0004020202020204" pitchFamily="34" charset="0"/>
              </a:defRPr>
            </a:lvl4pPr>
            <a:lvl5pPr>
              <a:defRPr b="0" i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767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Blocks-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8376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14pt Black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1418265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8723" y="1418264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AE2F9FC-3A77-2908-6215-0A090D5568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4800" y="1692901"/>
            <a:ext cx="5669279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2F6BD9B-AC7C-D0E4-2259-79358C3FBC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8723" y="1692901"/>
            <a:ext cx="5669280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529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Blocks-Horizontal-w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90494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8ADD02-66E2-CAF1-26AE-93068A5D50F9}"/>
              </a:ext>
            </a:extLst>
          </p:cNvPr>
          <p:cNvCxnSpPr>
            <a:cxnSpLocks/>
          </p:cNvCxnSpPr>
          <p:nvPr/>
        </p:nvCxnSpPr>
        <p:spPr>
          <a:xfrm>
            <a:off x="5974080" y="1418264"/>
            <a:ext cx="0" cy="506699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14pt Black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1418265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8723" y="1418264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AE2F9FC-3A77-2908-6215-0A090D5568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4800" y="1692901"/>
            <a:ext cx="5668475" cy="4792354"/>
          </a:xfrm>
        </p:spPr>
        <p:txBody>
          <a:bodyPr>
            <a:normAutofit/>
          </a:bodyPr>
          <a:lstStyle>
            <a:lvl1pPr>
              <a:defRPr sz="1400">
                <a:latin typeface="Aptos" panose="020B0004020202020204" pitchFamily="34" charset="0"/>
              </a:defRPr>
            </a:lvl1pPr>
            <a:lvl2pPr>
              <a:defRPr sz="1200">
                <a:latin typeface="Aptos" panose="020B0004020202020204" pitchFamily="34" charset="0"/>
              </a:defRPr>
            </a:lvl2pPr>
            <a:lvl3pPr>
              <a:defRPr sz="110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2F6BD9B-AC7C-D0E4-2259-79358C3FBC0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8723" y="1692901"/>
            <a:ext cx="5669280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587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Blocks-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8376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14pt Black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1418265"/>
            <a:ext cx="11582399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4800" y="3997824"/>
            <a:ext cx="11582399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61C9010-F55D-571B-3A70-94682FCF49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4800" y="1692901"/>
            <a:ext cx="11567158" cy="2212795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17A809-CFFA-CF28-53F1-E5A9038CF4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0041" y="4270248"/>
            <a:ext cx="11567158" cy="2199512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7707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Blocks-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8376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  <a:solidFill>
            <a:srgbClr val="001AAA"/>
          </a:solidFill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14pt Black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141826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38160" y="141826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239F520E-EC53-9242-B4F7-06D95B05664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21480" y="141826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EB16807-C187-199D-1CDD-ABE33F9342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4800" y="1692901"/>
            <a:ext cx="3749040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B4A8478-3DD3-D588-0180-C8E5F9AB38D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21480" y="1692901"/>
            <a:ext cx="3749040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0B77DDF-E526-CC77-E617-CD9B736E60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38160" y="1692901"/>
            <a:ext cx="3749040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057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Blocks-Horizontal-w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5707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A4E0B8-BE5A-8D3F-FD90-6280DA47F7FE}"/>
              </a:ext>
            </a:extLst>
          </p:cNvPr>
          <p:cNvCxnSpPr>
            <a:cxnSpLocks/>
          </p:cNvCxnSpPr>
          <p:nvPr/>
        </p:nvCxnSpPr>
        <p:spPr>
          <a:xfrm>
            <a:off x="7970520" y="1418264"/>
            <a:ext cx="0" cy="506699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E8C3DC-7CF6-6F74-21BC-087B2030CC15}"/>
              </a:ext>
            </a:extLst>
          </p:cNvPr>
          <p:cNvCxnSpPr>
            <a:cxnSpLocks/>
          </p:cNvCxnSpPr>
          <p:nvPr/>
        </p:nvCxnSpPr>
        <p:spPr>
          <a:xfrm>
            <a:off x="4054689" y="1418264"/>
            <a:ext cx="0" cy="506699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141826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38160" y="141826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239F520E-EC53-9242-B4F7-06D95B05664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21480" y="141826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EB16807-C187-199D-1CDD-ABE33F9342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4799" y="1692901"/>
            <a:ext cx="3749037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2"/>
            <a:r>
              <a:rPr lang="en-US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B4A8478-3DD3-D588-0180-C8E5F9AB38D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21479" y="1692901"/>
            <a:ext cx="3748183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2"/>
            <a:r>
              <a:rPr lang="en-US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0B77DDF-E526-CC77-E617-CD9B736E60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38160" y="1692901"/>
            <a:ext cx="3749040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1259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Blocks-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4537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14pt Black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1418264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8723" y="1418264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6FD23CF9-D464-C65F-AD88-B411EC5771F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04800" y="3997824"/>
            <a:ext cx="1158240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C89A66-4A2E-B868-510D-83AF09F204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4800" y="1692901"/>
            <a:ext cx="5669279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090902-8767-9CA6-1011-2D06410D38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8723" y="1692901"/>
            <a:ext cx="566928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BCAEA8-6280-6C21-A30F-67E0784A57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1" y="4270248"/>
            <a:ext cx="11567158" cy="2199512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074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Blocks-Vertical-w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810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EB9F75-5870-A44B-23ED-44A3B9CD96B3}"/>
              </a:ext>
            </a:extLst>
          </p:cNvPr>
          <p:cNvCxnSpPr>
            <a:cxnSpLocks/>
          </p:cNvCxnSpPr>
          <p:nvPr/>
        </p:nvCxnSpPr>
        <p:spPr>
          <a:xfrm>
            <a:off x="5974080" y="1418264"/>
            <a:ext cx="0" cy="248743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Roboto" pitchFamily="2" charset="0"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14pt Black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Roboto" pitchFamily="2" charset="0"/>
              <a:buNone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1418264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8723" y="1418264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6FD23CF9-D464-C65F-AD88-B411EC5771F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04800" y="3997824"/>
            <a:ext cx="1158240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C89A66-4A2E-B868-510D-83AF09F204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4800" y="1692901"/>
            <a:ext cx="5669279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2"/>
            <a:r>
              <a:rPr lang="en-US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090902-8767-9CA6-1011-2D06410D38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8723" y="1692901"/>
            <a:ext cx="566928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BCAEA8-6280-6C21-A30F-67E0784A57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1" y="4270248"/>
            <a:ext cx="11567158" cy="2199512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1327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Blocks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8376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14pt Black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1418264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8723" y="1418264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7EF86FA-2AD1-B498-19A4-61273BFF0B4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04799" y="3997823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67554C0D-4281-6A88-B8B8-31AF7527D53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18723" y="3997823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6D0343FF-363C-ABF1-FABA-2DEAC07E7A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4800" y="1692901"/>
            <a:ext cx="5669279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B0961EB-3CA8-CB70-0327-81F7528020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18723" y="1692901"/>
            <a:ext cx="566928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A8E6166-F7F1-82EE-AF4D-3F29B0FECB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3997" y="4274227"/>
            <a:ext cx="5669279" cy="2143580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A674FBB-2ED0-6754-7B6C-E40D252D74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8723" y="4274227"/>
            <a:ext cx="5669280" cy="2143580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3771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Blocks-split-w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15931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C8CDD46-F3E9-BCE3-0E9A-D4056F2D2BCE}"/>
              </a:ext>
            </a:extLst>
          </p:cNvPr>
          <p:cNvCxnSpPr>
            <a:cxnSpLocks/>
          </p:cNvCxnSpPr>
          <p:nvPr/>
        </p:nvCxnSpPr>
        <p:spPr>
          <a:xfrm>
            <a:off x="5973276" y="3997823"/>
            <a:ext cx="0" cy="241998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7D1412-323C-5605-01B0-94533C0BAE29}"/>
              </a:ext>
            </a:extLst>
          </p:cNvPr>
          <p:cNvCxnSpPr>
            <a:cxnSpLocks/>
          </p:cNvCxnSpPr>
          <p:nvPr/>
        </p:nvCxnSpPr>
        <p:spPr>
          <a:xfrm>
            <a:off x="5974080" y="1418264"/>
            <a:ext cx="0" cy="248743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Roboto" pitchFamily="2" charset="0"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14pt Black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Roboto" pitchFamily="2" charset="0"/>
              <a:buNone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1418264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8723" y="1418264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7EF86FA-2AD1-B498-19A4-61273BFF0B4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04799" y="3997823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67554C0D-4281-6A88-B8B8-31AF7527D53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18723" y="3997823"/>
            <a:ext cx="566928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6D0343FF-363C-ABF1-FABA-2DEAC07E7A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4800" y="1692901"/>
            <a:ext cx="5669279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B0961EB-3CA8-CB70-0327-81F7528020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18723" y="1692901"/>
            <a:ext cx="566928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A8E6166-F7F1-82EE-AF4D-3F29B0FECB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3997" y="4274227"/>
            <a:ext cx="5669279" cy="2143580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A674FBB-2ED0-6754-7B6C-E40D252D74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8723" y="4274227"/>
            <a:ext cx="5669280" cy="2143580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9694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Blocks-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8376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Roboto" pitchFamily="2" charset="0"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14pt Black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Roboto" pitchFamily="2" charset="0"/>
              <a:buNone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52560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239F520E-EC53-9242-B4F7-06D95B05664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220720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251056F-C821-7F4E-8496-74CA459ED7C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36640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FDC5720-1B8E-378D-B176-EB13BE3A72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4800" y="1692901"/>
            <a:ext cx="2834640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72114C4-EC5B-2B55-250A-64CF2D4581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52560" y="1692901"/>
            <a:ext cx="2834640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1BF7694C-DBBB-FC7C-6CB6-6B43213CC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6640" y="1692901"/>
            <a:ext cx="2834640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C220E8E-9D50-A2E8-8E8F-C36EB35E3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20720" y="1692901"/>
            <a:ext cx="2834640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44940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Blocks-Horizontal-w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0297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D62567-0550-801A-D51C-0DA20738B00B}"/>
              </a:ext>
            </a:extLst>
          </p:cNvPr>
          <p:cNvCxnSpPr>
            <a:cxnSpLocks/>
          </p:cNvCxnSpPr>
          <p:nvPr/>
        </p:nvCxnSpPr>
        <p:spPr>
          <a:xfrm>
            <a:off x="8970502" y="1418264"/>
            <a:ext cx="0" cy="506699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48378C-5BA3-C0CC-AD77-24FA5B6F3F0B}"/>
              </a:ext>
            </a:extLst>
          </p:cNvPr>
          <p:cNvCxnSpPr>
            <a:cxnSpLocks/>
          </p:cNvCxnSpPr>
          <p:nvPr/>
        </p:nvCxnSpPr>
        <p:spPr>
          <a:xfrm>
            <a:off x="6053413" y="1418264"/>
            <a:ext cx="0" cy="506699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B2C77C-642A-35F6-424D-F9EE9F75AC21}"/>
              </a:ext>
            </a:extLst>
          </p:cNvPr>
          <p:cNvCxnSpPr>
            <a:cxnSpLocks/>
          </p:cNvCxnSpPr>
          <p:nvPr/>
        </p:nvCxnSpPr>
        <p:spPr>
          <a:xfrm>
            <a:off x="3140293" y="1418264"/>
            <a:ext cx="0" cy="506699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Roboto" pitchFamily="2" charset="0"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14pt Black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Roboto" pitchFamily="2" charset="0"/>
              <a:buNone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52560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239F520E-EC53-9242-B4F7-06D95B05664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220720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251056F-C821-7F4E-8496-74CA459ED7C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36640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FDC5720-1B8E-378D-B176-EB13BE3A72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4800" y="1692901"/>
            <a:ext cx="2834640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72114C4-EC5B-2B55-250A-64CF2D4581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52560" y="1692901"/>
            <a:ext cx="2834640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1BF7694C-DBBB-FC7C-6CB6-6B43213CC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6640" y="1692901"/>
            <a:ext cx="2834640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C220E8E-9D50-A2E8-8E8F-C36EB35E3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20720" y="1692901"/>
            <a:ext cx="2834640" cy="479235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8834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8376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  <a:solidFill>
            <a:srgbClr val="001AAA"/>
          </a:solidFill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Roboto" pitchFamily="2" charset="0"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14pt Black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Roboto" pitchFamily="2" charset="0"/>
              <a:buNone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141826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38160" y="141826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239F520E-EC53-9242-B4F7-06D95B05664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21480" y="141826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D913646B-28D4-82E1-C37E-041CB9B6241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752" y="399782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D01EBC22-81B3-FC79-679F-71BF10D631C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38160" y="399782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91DCE52F-2C3C-D173-F75C-16E6BA26863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221480" y="399782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E5A3555-5CE4-6B84-B03E-F372387487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4800" y="1692901"/>
            <a:ext cx="37490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E687E79-C4CC-16FC-3AF4-D80340C4E1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1480" y="1692901"/>
            <a:ext cx="37490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936131D-771E-C76F-DD5D-9667B1C491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38160" y="1692901"/>
            <a:ext cx="37490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1B594AC2-1FD0-51D2-58E5-FD2644C249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1752" y="4272461"/>
            <a:ext cx="37490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98EC36D5-2A1A-49AD-8E54-A5C9E0676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31005" y="4272461"/>
            <a:ext cx="37490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1B51609-5DDE-D8D2-2E23-C8AFAED269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8160" y="4272461"/>
            <a:ext cx="37490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14663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Blocks-w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82919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E66A14-B51C-A9F1-1770-0F1391D2C84B}"/>
              </a:ext>
            </a:extLst>
          </p:cNvPr>
          <p:cNvCxnSpPr>
            <a:cxnSpLocks/>
          </p:cNvCxnSpPr>
          <p:nvPr/>
        </p:nvCxnSpPr>
        <p:spPr>
          <a:xfrm>
            <a:off x="7969716" y="3997823"/>
            <a:ext cx="0" cy="241998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B83FA7B-E7BC-9008-0CC7-69CFE8912027}"/>
              </a:ext>
            </a:extLst>
          </p:cNvPr>
          <p:cNvCxnSpPr>
            <a:cxnSpLocks/>
          </p:cNvCxnSpPr>
          <p:nvPr/>
        </p:nvCxnSpPr>
        <p:spPr>
          <a:xfrm>
            <a:off x="7970520" y="1418264"/>
            <a:ext cx="0" cy="248743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0DE7899-5787-8956-DA28-BFF93652B300}"/>
              </a:ext>
            </a:extLst>
          </p:cNvPr>
          <p:cNvCxnSpPr>
            <a:cxnSpLocks/>
          </p:cNvCxnSpPr>
          <p:nvPr/>
        </p:nvCxnSpPr>
        <p:spPr>
          <a:xfrm>
            <a:off x="4050864" y="3997823"/>
            <a:ext cx="0" cy="241998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573251-CADE-DEBC-8452-1124D6C7344B}"/>
              </a:ext>
            </a:extLst>
          </p:cNvPr>
          <p:cNvCxnSpPr>
            <a:cxnSpLocks/>
          </p:cNvCxnSpPr>
          <p:nvPr/>
        </p:nvCxnSpPr>
        <p:spPr>
          <a:xfrm>
            <a:off x="4051668" y="1418264"/>
            <a:ext cx="0" cy="248743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Roboto" pitchFamily="2" charset="0"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14pt Black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Roboto" pitchFamily="2" charset="0"/>
              <a:buNone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141826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38160" y="141826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239F520E-EC53-9242-B4F7-06D95B05664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21480" y="141826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D913646B-28D4-82E1-C37E-041CB9B6241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752" y="399782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D01EBC22-81B3-FC79-679F-71BF10D631C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38160" y="399782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91DCE52F-2C3C-D173-F75C-16E6BA26863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221480" y="3997824"/>
            <a:ext cx="37490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E5A3555-5CE4-6B84-B03E-F372387487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4800" y="1692901"/>
            <a:ext cx="37490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E687E79-C4CC-16FC-3AF4-D80340C4E1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1480" y="1692901"/>
            <a:ext cx="37490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936131D-771E-C76F-DD5D-9667B1C491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38160" y="1692901"/>
            <a:ext cx="37490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1B594AC2-1FD0-51D2-58E5-FD2644C249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1752" y="4272461"/>
            <a:ext cx="37490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98EC36D5-2A1A-49AD-8E54-A5C9E0676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31005" y="4272461"/>
            <a:ext cx="37490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1B51609-5DDE-D8D2-2E23-C8AFAED269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8160" y="4272461"/>
            <a:ext cx="37490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2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73353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-Blocks-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8376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Roboto" pitchFamily="2" charset="0"/>
              <a:buNone/>
              <a:tabLst/>
              <a:defRPr kumimoji="0" lang="es-CO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14pt Black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Roboto" pitchFamily="2" charset="0"/>
              <a:buNone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9720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52560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239F520E-EC53-9242-B4F7-06D95B05664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218688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251056F-C821-7F4E-8496-74CA459ED7C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35624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E5F7E9E8-9262-F36A-1DF6-275E068013F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99720" y="3995928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1">
            <a:extLst>
              <a:ext uri="{FF2B5EF4-FFF2-40B4-BE49-F238E27FC236}">
                <a16:creationId xmlns:a16="http://schemas.microsoft.com/office/drawing/2014/main" id="{6A6F9568-196D-5D3B-B34C-9641670EDF6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52560" y="3995928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11">
            <a:extLst>
              <a:ext uri="{FF2B5EF4-FFF2-40B4-BE49-F238E27FC236}">
                <a16:creationId xmlns:a16="http://schemas.microsoft.com/office/drawing/2014/main" id="{A7E838CD-BD83-1753-BCC4-570EB6D2CBE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18688" y="3995928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1">
            <a:extLst>
              <a:ext uri="{FF2B5EF4-FFF2-40B4-BE49-F238E27FC236}">
                <a16:creationId xmlns:a16="http://schemas.microsoft.com/office/drawing/2014/main" id="{33486EB1-9649-4D06-6795-B2F2B1E7B28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135624" y="3995928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0771BC1-85BA-7EB4-1B15-06277CFAFF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4800" y="169290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0455EF7-3D8A-E5A9-DEAC-E7C76A46C1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52560" y="169290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A2A2657-5FFE-FDD3-10A4-945D5F0E1D6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35624" y="169290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CAD73E4-49F0-0874-BA15-142323341F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18688" y="169290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FAE2B8E2-25F4-E28E-9441-F92CE1B03C4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1752" y="427246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FEE6BC2-28BC-C4E3-6237-4F2CAB4CA2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2560" y="427246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3B39CC21-213A-944E-FA4C-CD54E272EC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35624" y="427246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D2012C8-04BB-67E0-697D-ECF80F3498C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18688" y="427246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9954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-Blocks-Horizontal-w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F83180-DF6E-33EC-4420-8501EC9B8F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2049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F83180-DF6E-33EC-4420-8501EC9B8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8A66CF5-D854-88C3-8B14-464B3A20C859}"/>
              </a:ext>
            </a:extLst>
          </p:cNvPr>
          <p:cNvCxnSpPr>
            <a:cxnSpLocks/>
          </p:cNvCxnSpPr>
          <p:nvPr/>
        </p:nvCxnSpPr>
        <p:spPr>
          <a:xfrm>
            <a:off x="8970800" y="3997823"/>
            <a:ext cx="0" cy="241998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9514B8-D80A-A043-F93D-7C967074D920}"/>
              </a:ext>
            </a:extLst>
          </p:cNvPr>
          <p:cNvCxnSpPr>
            <a:cxnSpLocks/>
          </p:cNvCxnSpPr>
          <p:nvPr/>
        </p:nvCxnSpPr>
        <p:spPr>
          <a:xfrm>
            <a:off x="8971604" y="1418264"/>
            <a:ext cx="0" cy="248743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9D28B67-7623-3490-5E7E-EB76C6D17EA2}"/>
              </a:ext>
            </a:extLst>
          </p:cNvPr>
          <p:cNvCxnSpPr>
            <a:cxnSpLocks/>
          </p:cNvCxnSpPr>
          <p:nvPr/>
        </p:nvCxnSpPr>
        <p:spPr>
          <a:xfrm>
            <a:off x="6049588" y="3997823"/>
            <a:ext cx="0" cy="241998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348F459-F7F9-C435-0566-DF8CF2CBBD58}"/>
              </a:ext>
            </a:extLst>
          </p:cNvPr>
          <p:cNvCxnSpPr>
            <a:cxnSpLocks/>
          </p:cNvCxnSpPr>
          <p:nvPr/>
        </p:nvCxnSpPr>
        <p:spPr>
          <a:xfrm>
            <a:off x="6050392" y="1418264"/>
            <a:ext cx="0" cy="248743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69B79D-8428-BE1D-B593-A0AD1C2CF612}"/>
              </a:ext>
            </a:extLst>
          </p:cNvPr>
          <p:cNvCxnSpPr>
            <a:cxnSpLocks/>
          </p:cNvCxnSpPr>
          <p:nvPr/>
        </p:nvCxnSpPr>
        <p:spPr>
          <a:xfrm>
            <a:off x="3128376" y="3997823"/>
            <a:ext cx="0" cy="241998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B1C14E7-5248-BE6C-F7C2-C9B545258B6A}"/>
              </a:ext>
            </a:extLst>
          </p:cNvPr>
          <p:cNvCxnSpPr>
            <a:cxnSpLocks/>
          </p:cNvCxnSpPr>
          <p:nvPr/>
        </p:nvCxnSpPr>
        <p:spPr>
          <a:xfrm>
            <a:off x="3129180" y="1418264"/>
            <a:ext cx="0" cy="248743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 Same Side Corner Rectangle 3">
            <a:extLst>
              <a:ext uri="{FF2B5EF4-FFF2-40B4-BE49-F238E27FC236}">
                <a16:creationId xmlns:a16="http://schemas.microsoft.com/office/drawing/2014/main" id="{809C48FB-1117-5610-7D34-6CA8C6843848}"/>
              </a:ext>
            </a:extLst>
          </p:cNvPr>
          <p:cNvSpPr/>
          <p:nvPr/>
        </p:nvSpPr>
        <p:spPr>
          <a:xfrm rot="5400000">
            <a:off x="2496324" y="-2313441"/>
            <a:ext cx="756555" cy="57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EB4"/>
          </a:solidFill>
          <a:ln>
            <a:solidFill>
              <a:srgbClr val="001E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59F7C-6129-4978-B5FE-16562B32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 vert="horz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B664B-41DD-7481-88CD-8338A6BE0F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Footers, notes, sources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D80D0-029E-7E31-9756-EC21842C5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8003-BA2A-24F5-E253-5553EBD50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022927"/>
            <a:ext cx="12193541" cy="274320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 kumimoji="0" lang="es-CO" sz="16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 14pt Medium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CO" dirty="0"/>
            </a:lvl5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G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Black" panose="020B0004020202020204" pitchFamily="34" charset="0"/>
                <a:ea typeface="Roboto" panose="02000000000000000000" pitchFamily="2" charset="0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F24C8-29AC-5057-56D4-298CC5E6DE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9720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BB75C715-13D9-054E-E6A3-FE477DFB69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52560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239F520E-EC53-9242-B4F7-06D95B05664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218688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251056F-C821-7F4E-8496-74CA459ED7C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35624" y="1418264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E5F7E9E8-9262-F36A-1DF6-275E068013F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99720" y="3995928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1">
            <a:extLst>
              <a:ext uri="{FF2B5EF4-FFF2-40B4-BE49-F238E27FC236}">
                <a16:creationId xmlns:a16="http://schemas.microsoft.com/office/drawing/2014/main" id="{6A6F9568-196D-5D3B-B34C-9641670EDF6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52560" y="3995928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1">
            <a:extLst>
              <a:ext uri="{FF2B5EF4-FFF2-40B4-BE49-F238E27FC236}">
                <a16:creationId xmlns:a16="http://schemas.microsoft.com/office/drawing/2014/main" id="{A7E838CD-BD83-1753-BCC4-570EB6D2CBE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18688" y="3995928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1">
            <a:extLst>
              <a:ext uri="{FF2B5EF4-FFF2-40B4-BE49-F238E27FC236}">
                <a16:creationId xmlns:a16="http://schemas.microsoft.com/office/drawing/2014/main" id="{33486EB1-9649-4D06-6795-B2F2B1E7B28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135624" y="3995928"/>
            <a:ext cx="2834640" cy="274637"/>
          </a:xfrm>
          <a:solidFill>
            <a:srgbClr val="001EB4"/>
          </a:solidFill>
          <a:ln>
            <a:solidFill>
              <a:srgbClr val="001EB4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0771BC1-85BA-7EB4-1B15-06277CFAFF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4800" y="169290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0455EF7-3D8A-E5A9-DEAC-E7C76A46C1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52560" y="169290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A2A2657-5FFE-FDD3-10A4-945D5F0E1D6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35624" y="169290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CAD73E4-49F0-0874-BA15-142323341F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18688" y="169290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FAE2B8E2-25F4-E28E-9441-F92CE1B03C4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1752" y="427246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FEE6BC2-28BC-C4E3-6237-4F2CAB4CA2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2560" y="427246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3B39CC21-213A-944E-FA4C-CD54E272EC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35624" y="427246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D2012C8-04BB-67E0-697D-ECF80F3498C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18688" y="4272461"/>
            <a:ext cx="2834640" cy="2212794"/>
          </a:xfrm>
        </p:spPr>
        <p:txBody>
          <a:bodyPr>
            <a:normAutofit/>
          </a:bodyPr>
          <a:lstStyle>
            <a:lvl1pPr>
              <a:defRPr sz="1400" b="0" i="0">
                <a:latin typeface="Aptos" panose="020B0004020202020204" pitchFamily="34" charset="0"/>
              </a:defRPr>
            </a:lvl1pPr>
            <a:lvl2pPr>
              <a:defRPr sz="1200" b="0" i="0">
                <a:latin typeface="Aptos" panose="020B0004020202020204" pitchFamily="34" charset="0"/>
              </a:defRPr>
            </a:lvl2pPr>
            <a:lvl3pPr>
              <a:defRPr sz="1100" b="0" i="0">
                <a:latin typeface="Aptos" panose="020B0004020202020204" pitchFamily="34" charset="0"/>
              </a:defRPr>
            </a:lvl3pPr>
          </a:lstStyle>
          <a:p>
            <a:pPr lvl="0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2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88727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0D22EB7-FF4D-70F2-8658-B761DEB1D3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7915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53" imgH="353" progId="TCLayout.ActiveDocument.1">
                  <p:embed/>
                </p:oleObj>
              </mc:Choice>
              <mc:Fallback>
                <p:oleObj name="Diapositiva de think-cell" r:id="rId3" imgW="353" imgH="35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0D22EB7-FF4D-70F2-8658-B761DEB1D3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81B5C53A-B909-17D1-9795-AC9786A9C47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969"/>
          <a:stretch/>
        </p:blipFill>
        <p:spPr>
          <a:xfrm>
            <a:off x="3838575" y="1940689"/>
            <a:ext cx="4514850" cy="297662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1E92FEA-58A0-282C-817E-8813F07CBE42}"/>
              </a:ext>
            </a:extLst>
          </p:cNvPr>
          <p:cNvSpPr/>
          <p:nvPr userDrawn="1"/>
        </p:nvSpPr>
        <p:spPr>
          <a:xfrm>
            <a:off x="-1" y="1"/>
            <a:ext cx="12191999" cy="6857999"/>
          </a:xfrm>
          <a:prstGeom prst="rect">
            <a:avLst/>
          </a:prstGeom>
          <a:noFill/>
          <a:ln>
            <a:solidFill>
              <a:srgbClr val="001A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9CC494-BE0F-7A81-EC25-36C8AA1C628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4665F1-2EE0-07CA-F7F8-0F14867B3C0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500" y="-698500"/>
            <a:ext cx="8267700" cy="826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1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72834C-A128-8E92-6444-C3034DE782D6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897" y="-525882"/>
            <a:ext cx="2121196" cy="2121196"/>
          </a:xfrm>
          <a:prstGeom prst="rect">
            <a:avLst/>
          </a:prstGeom>
        </p:spPr>
      </p:pic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E5321B0-9F69-C7C0-5E03-16FE39DBB090}"/>
              </a:ext>
            </a:extLst>
          </p:cNvPr>
          <p:cNvGraphicFramePr>
            <a:graphicFrameLocks noChangeAspect="1"/>
          </p:cNvGraphicFramePr>
          <p:nvPr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2947433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25" imgW="353" imgH="353" progId="TCLayout.ActiveDocument.1">
                  <p:embed/>
                </p:oleObj>
              </mc:Choice>
              <mc:Fallback>
                <p:oleObj name="Diapositiva de think-cell" r:id="rId25" imgW="353" imgH="353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E5321B0-9F69-C7C0-5E03-16FE39DBB0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0C7811-37EA-0780-F81A-7B0DBAA4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CF7D2-3D12-87E8-394C-33A21D490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14AD6-560C-D44D-FA50-9B3F603391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0040" y="6485255"/>
            <a:ext cx="1082421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Footers, notes, sources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06514-04CF-5969-F4EF-43B1D1EC0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3854" y="6485255"/>
            <a:ext cx="643346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DCA92A6A-F43F-4959-85F6-6B4C099AAB6B}" type="slidenum">
              <a:rPr lang="en-US" smtClean="0"/>
              <a:pPr/>
              <a:t>‹Nº›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0BFA0D3-5D3F-0824-0C9F-3859DFCE2CA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621347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 dirty="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and private information. 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463398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3"/>
        </a:buClr>
        <a:buFont typeface="Roboto" pitchFamily="2" charset="0"/>
        <a:buChar char="›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Roboto" pitchFamily="2" charset="0"/>
        <a:buChar char="›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Roboto" pitchFamily="2" charset="0"/>
        <a:buChar char="›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Roboto" pitchFamily="2" charset="0"/>
        <a:buChar char="›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Roboto" pitchFamily="2" charset="0"/>
        <a:buChar char="›"/>
        <a:defRPr sz="1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200">
          <p15:clr>
            <a:srgbClr val="F26B43"/>
          </p15:clr>
        </p15:guide>
        <p15:guide id="6" orient="horz" pos="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portaltransacciones.tigo.com.ec/#/portal-empresas/solicitud-registro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8EB113E-0290-2CF0-3DA3-5B6296EDAE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1413" y="2177143"/>
            <a:ext cx="7778750" cy="1672523"/>
          </a:xfrm>
        </p:spPr>
        <p:txBody>
          <a:bodyPr>
            <a:normAutofit fontScale="77500" lnSpcReduction="20000"/>
          </a:bodyPr>
          <a:lstStyle/>
          <a:p>
            <a:r>
              <a:rPr lang="es-CO" dirty="0">
                <a:latin typeface="Aptos Black" panose="020B0004020202020204" pitchFamily="34" charset="0"/>
              </a:rPr>
              <a:t>DESCARGA DE ESIM</a:t>
            </a:r>
          </a:p>
          <a:p>
            <a:r>
              <a:rPr lang="es-CO" dirty="0">
                <a:latin typeface="Aptos Black" panose="020B0004020202020204" pitchFamily="34" charset="0"/>
              </a:rPr>
              <a:t>Portal web Mi Tigo Business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AB1141-4A17-5C96-518F-E981AB2F10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413" y="3772755"/>
            <a:ext cx="7311473" cy="1169359"/>
          </a:xfrm>
        </p:spPr>
        <p:txBody>
          <a:bodyPr>
            <a:normAutofit/>
          </a:bodyPr>
          <a:lstStyle/>
          <a:p>
            <a:r>
              <a:rPr lang="es-CO" sz="3600" dirty="0"/>
              <a:t>Tutorial para Gestores de Cuenta</a:t>
            </a:r>
          </a:p>
        </p:txBody>
      </p:sp>
    </p:spTree>
    <p:extLst>
      <p:ext uri="{BB962C8B-B14F-4D97-AF65-F5344CB8AC3E}">
        <p14:creationId xmlns:p14="http://schemas.microsoft.com/office/powerpoint/2010/main" val="314517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529C4-8B2E-DE3D-F2BE-C3E96FBE2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/>
          <a:lstStyle/>
          <a:p>
            <a:r>
              <a:rPr lang="es-CO" dirty="0"/>
              <a:t>Descarga de eSIM – Portal web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93818F8-02EB-09AC-3D79-0E0B0DF134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A92A6A-F43F-4959-85F6-6B4C099AAB6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D3880D0-5329-616C-83CF-194067BE2744}"/>
              </a:ext>
            </a:extLst>
          </p:cNvPr>
          <p:cNvSpPr/>
          <p:nvPr/>
        </p:nvSpPr>
        <p:spPr>
          <a:xfrm>
            <a:off x="5704113" y="939437"/>
            <a:ext cx="5400000" cy="5400000"/>
          </a:xfrm>
          <a:prstGeom prst="ellipse">
            <a:avLst/>
          </a:prstGeom>
          <a:solidFill>
            <a:srgbClr val="E2E4E9"/>
          </a:solidFill>
          <a:ln>
            <a:solidFill>
              <a:srgbClr val="E2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6F7F27BF-908F-D29E-55A8-D1498D857FC2}"/>
              </a:ext>
            </a:extLst>
          </p:cNvPr>
          <p:cNvSpPr txBox="1">
            <a:spLocks/>
          </p:cNvSpPr>
          <p:nvPr/>
        </p:nvSpPr>
        <p:spPr>
          <a:xfrm>
            <a:off x="450593" y="2785392"/>
            <a:ext cx="4623974" cy="17905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Roboto" pitchFamily="2" charset="0"/>
              <a:buChar char="›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2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C" b="1" dirty="0">
                <a:latin typeface="DM Sans 14pt" pitchFamily="2" charset="0"/>
              </a:rPr>
              <a:t>Paso 1: Ingrese al Portal web Mi Tigo Business</a:t>
            </a:r>
            <a:br>
              <a:rPr lang="es-EC" b="1" dirty="0">
                <a:latin typeface="DM Sans 14pt" pitchFamily="2" charset="0"/>
              </a:rPr>
            </a:br>
            <a:endParaRPr lang="es-EC" b="1" dirty="0">
              <a:latin typeface="DM Sans 14pt" pitchFamily="2" charset="0"/>
            </a:endParaRPr>
          </a:p>
          <a:p>
            <a:r>
              <a:rPr lang="es-EC" sz="1600" dirty="0">
                <a:latin typeface="DM Sans 14pt" pitchFamily="2" charset="0"/>
              </a:rPr>
              <a:t>🌐 Acceda a </a:t>
            </a:r>
            <a:r>
              <a:rPr lang="es-EC" sz="1600" b="1" dirty="0">
                <a:latin typeface="DM Sans 14pt" pitchFamily="2" charset="0"/>
              </a:rPr>
              <a:t>www.tigo.com.ec</a:t>
            </a:r>
            <a:r>
              <a:rPr lang="es-EC" sz="1600" dirty="0">
                <a:latin typeface="DM Sans 14pt" pitchFamily="2" charset="0"/>
              </a:rPr>
              <a:t> y selecciona la opción </a:t>
            </a:r>
            <a:r>
              <a:rPr lang="es-EC" sz="1600" b="1" dirty="0">
                <a:latin typeface="DM Sans 14pt" pitchFamily="2" charset="0"/>
              </a:rPr>
              <a:t>Mi Tigo</a:t>
            </a:r>
            <a:r>
              <a:rPr lang="es-EC" sz="1600" dirty="0">
                <a:latin typeface="DM Sans 14pt" pitchFamily="2" charset="0"/>
              </a:rPr>
              <a:t>.</a:t>
            </a:r>
          </a:p>
          <a:p>
            <a:endParaRPr lang="es-CO" dirty="0">
              <a:latin typeface="DM Sans 14pt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8B66CC4-B532-9BF0-E6F9-9D18C8495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172" y="1709833"/>
            <a:ext cx="4819600" cy="3240000"/>
          </a:xfrm>
          <a:prstGeom prst="rect">
            <a:avLst/>
          </a:prstGeom>
        </p:spPr>
      </p:pic>
      <p:pic>
        <p:nvPicPr>
          <p:cNvPr id="7" name="Picture 8" descr="Laptop Mock Up Vector Art PNG Images | Free Download On Pngtree">
            <a:extLst>
              <a:ext uri="{FF2B5EF4-FFF2-40B4-BE49-F238E27FC236}">
                <a16:creationId xmlns:a16="http://schemas.microsoft.com/office/drawing/2014/main" id="{21AFD876-6B71-4987-3556-1A5768ACC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44656" y="1527265"/>
            <a:ext cx="6338626" cy="430678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F15CB025-9D5E-9DA5-24B0-7FE34F98E1EA}"/>
              </a:ext>
            </a:extLst>
          </p:cNvPr>
          <p:cNvSpPr/>
          <p:nvPr/>
        </p:nvSpPr>
        <p:spPr>
          <a:xfrm>
            <a:off x="10576701" y="2122714"/>
            <a:ext cx="180000" cy="180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02971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07D46-248B-FF44-7DB0-4376A2D34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14D84-AF02-7BE3-884E-588D3510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/>
          <a:lstStyle/>
          <a:p>
            <a:r>
              <a:rPr lang="es-CO" dirty="0"/>
              <a:t>Descarga de eSIM – Portal web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91EDFC8-0ECC-ADED-DC8E-FE8693BBE0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A92A6A-F43F-4959-85F6-6B4C099AAB6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5E67BFD-02DD-5891-4C0C-C124DE75B688}"/>
              </a:ext>
            </a:extLst>
          </p:cNvPr>
          <p:cNvSpPr/>
          <p:nvPr/>
        </p:nvSpPr>
        <p:spPr>
          <a:xfrm>
            <a:off x="5704113" y="939437"/>
            <a:ext cx="5400000" cy="5400000"/>
          </a:xfrm>
          <a:prstGeom prst="ellipse">
            <a:avLst/>
          </a:prstGeom>
          <a:solidFill>
            <a:srgbClr val="E2E4E9"/>
          </a:solidFill>
          <a:ln>
            <a:solidFill>
              <a:srgbClr val="E2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8D2CC943-9998-58DB-11F4-6611969E67EB}"/>
              </a:ext>
            </a:extLst>
          </p:cNvPr>
          <p:cNvSpPr txBox="1">
            <a:spLocks/>
          </p:cNvSpPr>
          <p:nvPr/>
        </p:nvSpPr>
        <p:spPr>
          <a:xfrm>
            <a:off x="430645" y="1527265"/>
            <a:ext cx="4643921" cy="46449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Roboto" pitchFamily="2" charset="0"/>
              <a:buChar char="›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2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>
                <a:latin typeface="DM Sans 14pt" pitchFamily="2" charset="0"/>
              </a:rPr>
              <a:t>Paso 2: Ingrese sus credenciales</a:t>
            </a:r>
            <a:br>
              <a:rPr lang="es-ES" b="1" dirty="0">
                <a:latin typeface="DM Sans 14pt" pitchFamily="2" charset="0"/>
              </a:rPr>
            </a:br>
            <a:endParaRPr lang="es-ES" b="1" dirty="0">
              <a:latin typeface="DM Sans 14pt" pitchFamily="2" charset="0"/>
            </a:endParaRPr>
          </a:p>
          <a:p>
            <a:r>
              <a:rPr lang="es-ES" sz="1600" dirty="0">
                <a:latin typeface="DM Sans 14pt" pitchFamily="2" charset="0"/>
              </a:rPr>
              <a:t>🔐 Acceda con su número de RUC y el número celular del Gestor de Cuenta Autorizado.</a:t>
            </a:r>
          </a:p>
          <a:p>
            <a:r>
              <a:rPr lang="es-ES" sz="1600" dirty="0">
                <a:latin typeface="DM Sans 14pt" pitchFamily="2" charset="0"/>
              </a:rPr>
              <a:t>En pocos segundos </a:t>
            </a:r>
            <a:r>
              <a:rPr lang="es-ES" sz="1600" b="1" dirty="0">
                <a:latin typeface="DM Sans 14pt" pitchFamily="2" charset="0"/>
              </a:rPr>
              <a:t>recibirá una contraseña temporal (OTP)</a:t>
            </a:r>
            <a:r>
              <a:rPr lang="es-ES" sz="1600" dirty="0">
                <a:latin typeface="DM Sans 14pt" pitchFamily="2" charset="0"/>
              </a:rPr>
              <a:t> en su correo electrónico y celular registrados.</a:t>
            </a:r>
          </a:p>
          <a:p>
            <a:endParaRPr lang="es-ES" sz="1600" dirty="0">
              <a:latin typeface="DM Sans 14pt" pitchFamily="2" charset="0"/>
            </a:endParaRPr>
          </a:p>
          <a:p>
            <a:pPr marL="0" indent="0">
              <a:buNone/>
            </a:pPr>
            <a:r>
              <a:rPr lang="es-EC" b="1" dirty="0"/>
              <a:t>¿Aún no es Gestor de Cuenta Autorizado?</a:t>
            </a:r>
          </a:p>
          <a:p>
            <a:r>
              <a:rPr lang="es-EC" dirty="0"/>
              <a:t>Regístrese </a:t>
            </a:r>
            <a:r>
              <a:rPr lang="es-EC" dirty="0">
                <a:hlinkClick r:id="rId2"/>
              </a:rPr>
              <a:t>aquí</a:t>
            </a:r>
            <a:br>
              <a:rPr lang="es-EC" dirty="0"/>
            </a:br>
            <a:endParaRPr lang="es-CO" dirty="0">
              <a:latin typeface="DM Sans 14pt" pitchFamily="2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33928E8-3824-61E2-BD11-74BFF3E53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870" y="1737042"/>
            <a:ext cx="4772130" cy="3248615"/>
          </a:xfrm>
          <a:prstGeom prst="rect">
            <a:avLst/>
          </a:prstGeom>
        </p:spPr>
      </p:pic>
      <p:pic>
        <p:nvPicPr>
          <p:cNvPr id="7" name="Picture 8" descr="Laptop Mock Up Vector Art PNG Images | Free Download On Pngtree">
            <a:extLst>
              <a:ext uri="{FF2B5EF4-FFF2-40B4-BE49-F238E27FC236}">
                <a16:creationId xmlns:a16="http://schemas.microsoft.com/office/drawing/2014/main" id="{7C72A0BE-8EBB-FA34-A5CC-D423046F6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44656" y="1527265"/>
            <a:ext cx="6338626" cy="430678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642A40E6-FB59-AD4A-D7FF-D7F4C0573903}"/>
              </a:ext>
            </a:extLst>
          </p:cNvPr>
          <p:cNvSpPr/>
          <p:nvPr/>
        </p:nvSpPr>
        <p:spPr>
          <a:xfrm>
            <a:off x="9339942" y="4441371"/>
            <a:ext cx="180000" cy="180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0840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4ECDA-62A1-8A2C-FAA3-0C0E9F782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86D01-956F-D68A-D15B-76FB8C3C3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/>
          <a:lstStyle/>
          <a:p>
            <a:r>
              <a:rPr lang="es-CO" dirty="0"/>
              <a:t>Descarga de eSIM – Portal web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02A4663-99A1-8DDC-CD1B-068D010766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A92A6A-F43F-4959-85F6-6B4C099AAB6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AA60BAFB-B83A-1918-B56B-F3C6A138EA04}"/>
              </a:ext>
            </a:extLst>
          </p:cNvPr>
          <p:cNvSpPr/>
          <p:nvPr/>
        </p:nvSpPr>
        <p:spPr>
          <a:xfrm>
            <a:off x="5704113" y="939437"/>
            <a:ext cx="5400000" cy="5400000"/>
          </a:xfrm>
          <a:prstGeom prst="ellipse">
            <a:avLst/>
          </a:prstGeom>
          <a:solidFill>
            <a:srgbClr val="E2E4E9"/>
          </a:solidFill>
          <a:ln>
            <a:solidFill>
              <a:srgbClr val="E2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A2ACC02A-6AC8-9B0B-6658-10D0DF3545B0}"/>
              </a:ext>
            </a:extLst>
          </p:cNvPr>
          <p:cNvSpPr txBox="1">
            <a:spLocks/>
          </p:cNvSpPr>
          <p:nvPr/>
        </p:nvSpPr>
        <p:spPr>
          <a:xfrm>
            <a:off x="468514" y="2498069"/>
            <a:ext cx="4643921" cy="22827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Roboto" pitchFamily="2" charset="0"/>
              <a:buChar char="›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2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>
                <a:latin typeface="DM Sans 14pt" pitchFamily="2" charset="0"/>
              </a:rPr>
              <a:t>Paso 4: Seleccione la línea celular</a:t>
            </a:r>
          </a:p>
          <a:p>
            <a:endParaRPr lang="es-ES" b="1" dirty="0">
              <a:latin typeface="DM Sans 14pt" pitchFamily="2" charset="0"/>
            </a:endParaRPr>
          </a:p>
          <a:p>
            <a:r>
              <a:rPr lang="es-ES" dirty="0"/>
              <a:t>📱 Seleccione el </a:t>
            </a:r>
            <a:r>
              <a:rPr lang="es-ES" b="1" dirty="0"/>
              <a:t>número celular </a:t>
            </a:r>
            <a:r>
              <a:rPr lang="es-ES" dirty="0"/>
              <a:t>en el que desea realizar la descarga de la eSIM.</a:t>
            </a:r>
            <a:br>
              <a:rPr lang="es-EC" dirty="0"/>
            </a:br>
            <a:endParaRPr lang="es-CO" dirty="0">
              <a:latin typeface="DM Sans 14pt" pitchFamily="2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BA754B5-5AC7-3507-1EE5-4B4E3A5A6589}"/>
              </a:ext>
            </a:extLst>
          </p:cNvPr>
          <p:cNvSpPr/>
          <p:nvPr/>
        </p:nvSpPr>
        <p:spPr>
          <a:xfrm>
            <a:off x="10080171" y="1828800"/>
            <a:ext cx="180000" cy="180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CAFFE63-5BD1-A95A-F782-36DB36E85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389" y="1733956"/>
            <a:ext cx="4880525" cy="3168000"/>
          </a:xfrm>
          <a:prstGeom prst="rect">
            <a:avLst/>
          </a:prstGeom>
        </p:spPr>
      </p:pic>
      <p:pic>
        <p:nvPicPr>
          <p:cNvPr id="7" name="Picture 8" descr="Laptop Mock Up Vector Art PNG Images | Free Download On Pngtree">
            <a:extLst>
              <a:ext uri="{FF2B5EF4-FFF2-40B4-BE49-F238E27FC236}">
                <a16:creationId xmlns:a16="http://schemas.microsoft.com/office/drawing/2014/main" id="{C6C5F0FB-040B-1D5C-AE5B-837B5B1B5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44656" y="1527265"/>
            <a:ext cx="6338626" cy="430678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1A3B6F0F-06D8-3337-293F-7589411E4520}"/>
              </a:ext>
            </a:extLst>
          </p:cNvPr>
          <p:cNvSpPr/>
          <p:nvPr/>
        </p:nvSpPr>
        <p:spPr>
          <a:xfrm>
            <a:off x="6934199" y="4365171"/>
            <a:ext cx="180000" cy="180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6759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34B9D-8868-D5CE-2BD6-141CDBAA7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B3B0D-D733-7051-C95E-90AE6A61D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/>
          <a:lstStyle/>
          <a:p>
            <a:r>
              <a:rPr lang="es-CO" dirty="0"/>
              <a:t>Descarga de eSIM – Portal web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5579BD3-CD0A-56CB-7D45-F244A8D87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A92A6A-F43F-4959-85F6-6B4C099AAB6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AF6BF614-7EC7-B2FA-7B43-AD3F7673EDD3}"/>
              </a:ext>
            </a:extLst>
          </p:cNvPr>
          <p:cNvSpPr/>
          <p:nvPr/>
        </p:nvSpPr>
        <p:spPr>
          <a:xfrm>
            <a:off x="5704113" y="939437"/>
            <a:ext cx="5400000" cy="5400000"/>
          </a:xfrm>
          <a:prstGeom prst="ellipse">
            <a:avLst/>
          </a:prstGeom>
          <a:solidFill>
            <a:srgbClr val="E2E4E9"/>
          </a:solidFill>
          <a:ln>
            <a:solidFill>
              <a:srgbClr val="E2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CFC25A6A-E967-6A2B-241B-59D5E5161398}"/>
              </a:ext>
            </a:extLst>
          </p:cNvPr>
          <p:cNvSpPr txBox="1">
            <a:spLocks/>
          </p:cNvSpPr>
          <p:nvPr/>
        </p:nvSpPr>
        <p:spPr>
          <a:xfrm>
            <a:off x="430645" y="1846862"/>
            <a:ext cx="4643921" cy="39871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Roboto" pitchFamily="2" charset="0"/>
              <a:buChar char="›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2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>
                <a:latin typeface="DM Sans 14pt" pitchFamily="2" charset="0"/>
              </a:rPr>
              <a:t>Paso 5: Seleccione la opción eSIM</a:t>
            </a:r>
          </a:p>
          <a:p>
            <a:endParaRPr lang="es-ES" b="1" dirty="0">
              <a:latin typeface="DM Sans 14pt" pitchFamily="2" charset="0"/>
            </a:endParaRPr>
          </a:p>
          <a:p>
            <a:r>
              <a:rPr lang="es-ES" dirty="0"/>
              <a:t>📲 En el menú de opciones disponibles, seleccione </a:t>
            </a:r>
            <a:r>
              <a:rPr lang="es-ES" b="1" dirty="0"/>
              <a:t>eSIM </a:t>
            </a:r>
            <a:r>
              <a:rPr lang="es-ES" dirty="0"/>
              <a:t>para iniciar el proceso de descarga y activación de su </a:t>
            </a:r>
            <a:r>
              <a:rPr lang="es-ES" b="1" dirty="0"/>
              <a:t>eSIM</a:t>
            </a:r>
          </a:p>
          <a:p>
            <a:endParaRPr lang="es-ES" b="1" dirty="0"/>
          </a:p>
          <a:p>
            <a:pPr algn="ctr"/>
            <a:r>
              <a:rPr lang="es-EC" dirty="0"/>
              <a:t>⚠️ *</a:t>
            </a:r>
            <a:r>
              <a:rPr lang="es-EC" i="1" dirty="0"/>
              <a:t>Antes de solicitar la descarga de una eSIM, el Gestor de Cuenta debe gestionar la asignación de la eSIM comunicándose al </a:t>
            </a:r>
            <a:r>
              <a:rPr lang="es-EC" b="1" i="1" dirty="0"/>
              <a:t>*367 </a:t>
            </a:r>
            <a:r>
              <a:rPr lang="es-EC" i="1" dirty="0"/>
              <a:t>o escribiendo a </a:t>
            </a:r>
            <a:r>
              <a:rPr lang="es-EC" b="1" i="1" dirty="0"/>
              <a:t>servicioempresas.ec@tigo.com.ec</a:t>
            </a:r>
            <a:r>
              <a:rPr lang="es-EC" i="1" dirty="0"/>
              <a:t>.</a:t>
            </a:r>
            <a:endParaRPr lang="es-EC" dirty="0"/>
          </a:p>
          <a:p>
            <a:pPr marL="0" indent="0">
              <a:buNone/>
            </a:pPr>
            <a:br>
              <a:rPr lang="es-EC" dirty="0"/>
            </a:br>
            <a:endParaRPr lang="es-CO" dirty="0">
              <a:latin typeface="DM Sans 14pt" pitchFamily="2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0C8D557-79E9-BBAE-052F-BD0BF1319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24" y="1725226"/>
            <a:ext cx="4827084" cy="3420000"/>
          </a:xfrm>
          <a:prstGeom prst="rect">
            <a:avLst/>
          </a:prstGeom>
        </p:spPr>
      </p:pic>
      <p:pic>
        <p:nvPicPr>
          <p:cNvPr id="7" name="Picture 8" descr="Laptop Mock Up Vector Art PNG Images | Free Download On Pngtree">
            <a:extLst>
              <a:ext uri="{FF2B5EF4-FFF2-40B4-BE49-F238E27FC236}">
                <a16:creationId xmlns:a16="http://schemas.microsoft.com/office/drawing/2014/main" id="{BD92E19F-0E87-AA0A-35D3-BC77183B3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44656" y="1527265"/>
            <a:ext cx="6338626" cy="430678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31D67FFF-927F-B1AF-74A3-33F0A09D49E8}"/>
              </a:ext>
            </a:extLst>
          </p:cNvPr>
          <p:cNvSpPr/>
          <p:nvPr/>
        </p:nvSpPr>
        <p:spPr>
          <a:xfrm>
            <a:off x="9067799" y="3329948"/>
            <a:ext cx="180000" cy="180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50624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50209-5AFC-65A2-B181-1DAC080A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656AE-AF96-334B-07CF-A1A7E243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82881"/>
            <a:ext cx="5109210" cy="756556"/>
          </a:xfrm>
        </p:spPr>
        <p:txBody>
          <a:bodyPr/>
          <a:lstStyle/>
          <a:p>
            <a:r>
              <a:rPr lang="es-CO" dirty="0"/>
              <a:t>Descarga de eSIM – Portal web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A159F70-2EED-2A2D-EB0C-4D1DAF1699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A92A6A-F43F-4959-85F6-6B4C099AAB6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058581F-263C-6281-A0C4-71520509DC47}"/>
              </a:ext>
            </a:extLst>
          </p:cNvPr>
          <p:cNvSpPr/>
          <p:nvPr/>
        </p:nvSpPr>
        <p:spPr>
          <a:xfrm>
            <a:off x="5693227" y="939437"/>
            <a:ext cx="5400000" cy="5400000"/>
          </a:xfrm>
          <a:prstGeom prst="ellipse">
            <a:avLst/>
          </a:prstGeom>
          <a:solidFill>
            <a:srgbClr val="E2E4E9"/>
          </a:solidFill>
          <a:ln>
            <a:solidFill>
              <a:srgbClr val="E2E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8" name="Marcador de texto 8">
            <a:extLst>
              <a:ext uri="{FF2B5EF4-FFF2-40B4-BE49-F238E27FC236}">
                <a16:creationId xmlns:a16="http://schemas.microsoft.com/office/drawing/2014/main" id="{6830A916-0C1C-0477-7B59-F8905D808A45}"/>
              </a:ext>
            </a:extLst>
          </p:cNvPr>
          <p:cNvSpPr txBox="1">
            <a:spLocks/>
          </p:cNvSpPr>
          <p:nvPr/>
        </p:nvSpPr>
        <p:spPr>
          <a:xfrm>
            <a:off x="430645" y="1846862"/>
            <a:ext cx="4643921" cy="39871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Roboto" pitchFamily="2" charset="0"/>
              <a:buChar char="›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4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2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Roboto" pitchFamily="2" charset="0"/>
              <a:buChar char="›"/>
              <a:defRPr sz="1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>
                <a:latin typeface="DM Sans 14pt" pitchFamily="2" charset="0"/>
              </a:rPr>
              <a:t>Paso 6: Descargue el código QR de la eSIM</a:t>
            </a:r>
            <a:br>
              <a:rPr lang="es-ES" b="1" dirty="0">
                <a:latin typeface="DM Sans 14pt" pitchFamily="2" charset="0"/>
              </a:rPr>
            </a:br>
            <a:endParaRPr lang="es-ES" b="1" dirty="0">
              <a:latin typeface="DM Sans 14pt" pitchFamily="2" charset="0"/>
            </a:endParaRPr>
          </a:p>
          <a:p>
            <a:r>
              <a:rPr lang="es-EC" dirty="0"/>
              <a:t>📥 Seleccione la opción </a:t>
            </a:r>
            <a:r>
              <a:rPr lang="es-EC" b="1" dirty="0"/>
              <a:t>Descargar QR</a:t>
            </a:r>
            <a:r>
              <a:rPr lang="es-EC" dirty="0"/>
              <a:t> para obtener el código QR de su eSIM.</a:t>
            </a:r>
          </a:p>
          <a:p>
            <a:endParaRPr lang="es-EC" dirty="0"/>
          </a:p>
          <a:p>
            <a:r>
              <a:rPr lang="es-EC" dirty="0"/>
              <a:t>Una vez descargado, el usuario deberá </a:t>
            </a:r>
            <a:r>
              <a:rPr lang="es-EC" b="1" dirty="0"/>
              <a:t>escanear el código QR desde su dispositivo móvil</a:t>
            </a:r>
            <a:r>
              <a:rPr lang="es-EC" dirty="0"/>
              <a:t> para completar la instalación y activación de la línea.</a:t>
            </a:r>
          </a:p>
          <a:p>
            <a:pPr marL="0" indent="0">
              <a:buNone/>
            </a:pPr>
            <a:br>
              <a:rPr lang="es-EC" dirty="0"/>
            </a:br>
            <a:endParaRPr lang="es-CO" dirty="0">
              <a:latin typeface="DM Sans 14pt" pitchFamily="2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66BDBCC-4BFE-1073-6081-0F902DC49FE9}"/>
              </a:ext>
            </a:extLst>
          </p:cNvPr>
          <p:cNvSpPr/>
          <p:nvPr/>
        </p:nvSpPr>
        <p:spPr>
          <a:xfrm>
            <a:off x="9067799" y="3329948"/>
            <a:ext cx="180000" cy="180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D158707-05AE-7811-0BF8-591CFEADA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018" y="1717631"/>
            <a:ext cx="4867432" cy="3240000"/>
          </a:xfrm>
          <a:prstGeom prst="rect">
            <a:avLst/>
          </a:prstGeom>
        </p:spPr>
      </p:pic>
      <p:pic>
        <p:nvPicPr>
          <p:cNvPr id="7" name="Picture 8" descr="Laptop Mock Up Vector Art PNG Images | Free Download On Pngtree">
            <a:extLst>
              <a:ext uri="{FF2B5EF4-FFF2-40B4-BE49-F238E27FC236}">
                <a16:creationId xmlns:a16="http://schemas.microsoft.com/office/drawing/2014/main" id="{2869FD9B-D90B-CBB5-9614-D26BB2023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44656" y="1527265"/>
            <a:ext cx="6338626" cy="430678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FB8B3DAE-49CA-1C23-A25C-E8AD8CEDDB9F}"/>
              </a:ext>
            </a:extLst>
          </p:cNvPr>
          <p:cNvSpPr/>
          <p:nvPr/>
        </p:nvSpPr>
        <p:spPr>
          <a:xfrm>
            <a:off x="8556171" y="4516490"/>
            <a:ext cx="180000" cy="180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62264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7242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303 CPA">
  <a:themeElements>
    <a:clrScheme name="Tigo">
      <a:dk1>
        <a:srgbClr val="000F47"/>
      </a:dk1>
      <a:lt1>
        <a:sysClr val="window" lastClr="FFFFFF"/>
      </a:lt1>
      <a:dk2>
        <a:srgbClr val="00000A"/>
      </a:dk2>
      <a:lt2>
        <a:srgbClr val="DCDCDC"/>
      </a:lt2>
      <a:accent1>
        <a:srgbClr val="00377D"/>
      </a:accent1>
      <a:accent2>
        <a:srgbClr val="F0781E"/>
      </a:accent2>
      <a:accent3>
        <a:srgbClr val="00C8FF"/>
      </a:accent3>
      <a:accent4>
        <a:srgbClr val="FFBE00"/>
      </a:accent4>
      <a:accent5>
        <a:srgbClr val="289BFF"/>
      </a:accent5>
      <a:accent6>
        <a:srgbClr val="37C846"/>
      </a:accent6>
      <a:hlink>
        <a:srgbClr val="565656"/>
      </a:hlink>
      <a:folHlink>
        <a:srgbClr val="F01E46"/>
      </a:folHlink>
    </a:clrScheme>
    <a:fontScheme name="2303 CPA">
      <a:majorFont>
        <a:latin typeface="Cronos Pro Caption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303 CPA" id="{9565BA81-7F77-4CAD-B1A1-3216DE2448A0}" vid="{ACBA15B0-AD72-4DC7-84A7-CF0A371C173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1269</TotalTime>
  <Words>274</Words>
  <Application>Microsoft Office PowerPoint</Application>
  <PresentationFormat>Panorámica</PresentationFormat>
  <Paragraphs>35</Paragraphs>
  <Slides>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Aptos</vt:lpstr>
      <vt:lpstr>Aptos Black</vt:lpstr>
      <vt:lpstr>Arial</vt:lpstr>
      <vt:lpstr>DM Sans 14pt</vt:lpstr>
      <vt:lpstr>DM Sans 14pt Black</vt:lpstr>
      <vt:lpstr>DM Sans 14pt Medium</vt:lpstr>
      <vt:lpstr>Roboto</vt:lpstr>
      <vt:lpstr>2303 CPA</vt:lpstr>
      <vt:lpstr>Diapositiva de think-cell</vt:lpstr>
      <vt:lpstr>Presentación de PowerPoint</vt:lpstr>
      <vt:lpstr>Descarga de eSIM – Portal web</vt:lpstr>
      <vt:lpstr>Descarga de eSIM – Portal web</vt:lpstr>
      <vt:lpstr>Descarga de eSIM – Portal web</vt:lpstr>
      <vt:lpstr>Descarga de eSIM – Portal web</vt:lpstr>
      <vt:lpstr>Descarga de eSIM – Portal web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Freire Balseca Gabriel Alonso</dc:creator>
  <cp:lastModifiedBy>Rivadeneira Andrade Marco Antonio</cp:lastModifiedBy>
  <cp:revision>16</cp:revision>
  <dcterms:created xsi:type="dcterms:W3CDTF">2025-11-28T15:03:15Z</dcterms:created>
  <dcterms:modified xsi:type="dcterms:W3CDTF">2026-10-01T20:51:10Z</dcterms:modified>
</cp:coreProperties>
</file>